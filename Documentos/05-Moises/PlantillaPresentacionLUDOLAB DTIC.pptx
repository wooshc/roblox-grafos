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14" r:id="rId4"/>
  </p:sldMasterIdLst>
  <p:notesMasterIdLst>
    <p:notesMasterId r:id="rId16"/>
  </p:notesMasterIdLst>
  <p:handoutMasterIdLst>
    <p:handoutMasterId r:id="rId17"/>
  </p:handoutMasterIdLst>
  <p:sldIdLst>
    <p:sldId id="256" r:id="rId5"/>
    <p:sldId id="257" r:id="rId6"/>
    <p:sldId id="258" r:id="rId7"/>
    <p:sldId id="259" r:id="rId8"/>
    <p:sldId id="260" r:id="rId9"/>
    <p:sldId id="261" r:id="rId10"/>
    <p:sldId id="271" r:id="rId11"/>
    <p:sldId id="262" r:id="rId12"/>
    <p:sldId id="264" r:id="rId13"/>
    <p:sldId id="268" r:id="rId14"/>
    <p:sldId id="266"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8B1C"/>
    <a:srgbClr val="FF9D22"/>
    <a:srgbClr val="002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B4D6AC-7B88-7A4C-9AB7-BA48ACD61E43}" v="1" dt="2026-03-06T03:18:11.6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YRA DEL CISNE CARRION TORO" userId="S::mayra.carrion@epn.edu.ec::9c3c3d5a-42aa-4d57-a0d1-14f1bd683fcf" providerId="AD" clId="Web-{01B4D6AC-7B88-7A4C-9AB7-BA48ACD61E43}"/>
    <pc:docChg chg="modSld">
      <pc:chgData name="MAYRA DEL CISNE CARRION TORO" userId="S::mayra.carrion@epn.edu.ec::9c3c3d5a-42aa-4d57-a0d1-14f1bd683fcf" providerId="AD" clId="Web-{01B4D6AC-7B88-7A4C-9AB7-BA48ACD61E43}" dt="2026-03-06T03:18:11.686" v="1" actId="20577"/>
      <pc:docMkLst>
        <pc:docMk/>
      </pc:docMkLst>
      <pc:sldChg chg="modSp">
        <pc:chgData name="MAYRA DEL CISNE CARRION TORO" userId="S::mayra.carrion@epn.edu.ec::9c3c3d5a-42aa-4d57-a0d1-14f1bd683fcf" providerId="AD" clId="Web-{01B4D6AC-7B88-7A4C-9AB7-BA48ACD61E43}" dt="2026-03-06T03:18:11.686" v="1" actId="20577"/>
        <pc:sldMkLst>
          <pc:docMk/>
          <pc:sldMk cId="3111169884" sldId="256"/>
        </pc:sldMkLst>
        <pc:spChg chg="mod">
          <ac:chgData name="MAYRA DEL CISNE CARRION TORO" userId="S::mayra.carrion@epn.edu.ec::9c3c3d5a-42aa-4d57-a0d1-14f1bd683fcf" providerId="AD" clId="Web-{01B4D6AC-7B88-7A4C-9AB7-BA48ACD61E43}" dt="2026-03-06T03:18:11.686" v="1" actId="20577"/>
          <ac:spMkLst>
            <pc:docMk/>
            <pc:sldMk cId="3111169884" sldId="256"/>
            <ac:spMk id="3" creationId="{E02C96E8-05FC-70AB-2016-228667A1677C}"/>
          </ac:spMkLst>
        </pc:spChg>
      </pc:sldChg>
    </pc:docChg>
  </pc:docChgLst>
  <pc:docChgLst>
    <pc:chgData name="MOISES ISRAEL AREQUIPA MUNOZ" userId="d7008979-f8d8-4177-b528-e3a46547fcfd" providerId="ADAL" clId="{CA6BCFB1-3412-45E7-A2EC-48B0DA6F0240}"/>
    <pc:docChg chg="custSel modSld">
      <pc:chgData name="MOISES ISRAEL AREQUIPA MUNOZ" userId="d7008979-f8d8-4177-b528-e3a46547fcfd" providerId="ADAL" clId="{CA6BCFB1-3412-45E7-A2EC-48B0DA6F0240}" dt="2026-02-10T05:35:46.964" v="5" actId="20577"/>
      <pc:docMkLst>
        <pc:docMk/>
      </pc:docMkLst>
      <pc:sldChg chg="modSp mod">
        <pc:chgData name="MOISES ISRAEL AREQUIPA MUNOZ" userId="d7008979-f8d8-4177-b528-e3a46547fcfd" providerId="ADAL" clId="{CA6BCFB1-3412-45E7-A2EC-48B0DA6F0240}" dt="2026-02-10T05:35:46.964" v="5" actId="20577"/>
        <pc:sldMkLst>
          <pc:docMk/>
          <pc:sldMk cId="3111169884" sldId="256"/>
        </pc:sldMkLst>
        <pc:spChg chg="mod">
          <ac:chgData name="MOISES ISRAEL AREQUIPA MUNOZ" userId="d7008979-f8d8-4177-b528-e3a46547fcfd" providerId="ADAL" clId="{CA6BCFB1-3412-45E7-A2EC-48B0DA6F0240}" dt="2026-02-10T05:35:46.964" v="5" actId="20577"/>
          <ac:spMkLst>
            <pc:docMk/>
            <pc:sldMk cId="3111169884" sldId="256"/>
            <ac:spMk id="3" creationId="{E02C96E8-05FC-70AB-2016-228667A1677C}"/>
          </ac:spMkLst>
        </pc:spChg>
      </pc:sldChg>
    </pc:docChg>
  </pc:docChgLst>
  <pc:docChgLst>
    <pc:chgData name="MOISES ISRAEL AREQUIPA MUNOZ" userId="S::moises.arequipa@epn.edu.ec::d7008979-f8d8-4177-b528-e3a46547fcfd" providerId="AD" clId="Web-{4DCF0A9A-E0AB-2960-A569-775231E232A8}"/>
    <pc:docChg chg="delSld modSld">
      <pc:chgData name="MOISES ISRAEL AREQUIPA MUNOZ" userId="S::moises.arequipa@epn.edu.ec::d7008979-f8d8-4177-b528-e3a46547fcfd" providerId="AD" clId="Web-{4DCF0A9A-E0AB-2960-A569-775231E232A8}" dt="2026-02-10T15:30:48.049" v="106" actId="20577"/>
      <pc:docMkLst>
        <pc:docMk/>
      </pc:docMkLst>
      <pc:sldChg chg="modSp">
        <pc:chgData name="MOISES ISRAEL AREQUIPA MUNOZ" userId="S::moises.arequipa@epn.edu.ec::d7008979-f8d8-4177-b528-e3a46547fcfd" providerId="AD" clId="Web-{4DCF0A9A-E0AB-2960-A569-775231E232A8}" dt="2026-02-10T15:30:48.049" v="106" actId="20577"/>
        <pc:sldMkLst>
          <pc:docMk/>
          <pc:sldMk cId="3111169884" sldId="256"/>
        </pc:sldMkLst>
        <pc:spChg chg="mod">
          <ac:chgData name="MOISES ISRAEL AREQUIPA MUNOZ" userId="S::moises.arequipa@epn.edu.ec::d7008979-f8d8-4177-b528-e3a46547fcfd" providerId="AD" clId="Web-{4DCF0A9A-E0AB-2960-A569-775231E232A8}" dt="2026-02-10T15:30:48.049" v="106" actId="20577"/>
          <ac:spMkLst>
            <pc:docMk/>
            <pc:sldMk cId="3111169884" sldId="256"/>
            <ac:spMk id="3" creationId="{E02C96E8-05FC-70AB-2016-228667A1677C}"/>
          </ac:spMkLst>
        </pc:spChg>
      </pc:sldChg>
      <pc:sldChg chg="addSp delSp modSp">
        <pc:chgData name="MOISES ISRAEL AREQUIPA MUNOZ" userId="S::moises.arequipa@epn.edu.ec::d7008979-f8d8-4177-b528-e3a46547fcfd" providerId="AD" clId="Web-{4DCF0A9A-E0AB-2960-A569-775231E232A8}" dt="2026-02-10T14:06:20.547" v="32" actId="14100"/>
        <pc:sldMkLst>
          <pc:docMk/>
          <pc:sldMk cId="3452564889" sldId="258"/>
        </pc:sldMkLst>
        <pc:spChg chg="mod">
          <ac:chgData name="MOISES ISRAEL AREQUIPA MUNOZ" userId="S::moises.arequipa@epn.edu.ec::d7008979-f8d8-4177-b528-e3a46547fcfd" providerId="AD" clId="Web-{4DCF0A9A-E0AB-2960-A569-775231E232A8}" dt="2026-02-10T14:05:16.109" v="23" actId="20577"/>
          <ac:spMkLst>
            <pc:docMk/>
            <pc:sldMk cId="3452564889" sldId="258"/>
            <ac:spMk id="3" creationId="{09AF2B9F-13B4-4259-07CC-625A0072965B}"/>
          </ac:spMkLst>
        </pc:spChg>
        <pc:picChg chg="add mod">
          <ac:chgData name="MOISES ISRAEL AREQUIPA MUNOZ" userId="S::moises.arequipa@epn.edu.ec::d7008979-f8d8-4177-b528-e3a46547fcfd" providerId="AD" clId="Web-{4DCF0A9A-E0AB-2960-A569-775231E232A8}" dt="2026-02-10T14:06:16.922" v="31" actId="1076"/>
          <ac:picMkLst>
            <pc:docMk/>
            <pc:sldMk cId="3452564889" sldId="258"/>
            <ac:picMk id="8" creationId="{04D163BA-FC3B-39EE-A238-CDA1DA11D34F}"/>
          </ac:picMkLst>
        </pc:picChg>
        <pc:picChg chg="add mod">
          <ac:chgData name="MOISES ISRAEL AREQUIPA MUNOZ" userId="S::moises.arequipa@epn.edu.ec::d7008979-f8d8-4177-b528-e3a46547fcfd" providerId="AD" clId="Web-{4DCF0A9A-E0AB-2960-A569-775231E232A8}" dt="2026-02-10T14:06:20.547" v="32" actId="14100"/>
          <ac:picMkLst>
            <pc:docMk/>
            <pc:sldMk cId="3452564889" sldId="258"/>
            <ac:picMk id="9" creationId="{D6DC8386-F333-6C00-AF92-C4483717A2FB}"/>
          </ac:picMkLst>
        </pc:picChg>
      </pc:sldChg>
      <pc:sldChg chg="addSp delSp modSp">
        <pc:chgData name="MOISES ISRAEL AREQUIPA MUNOZ" userId="S::moises.arequipa@epn.edu.ec::d7008979-f8d8-4177-b528-e3a46547fcfd" providerId="AD" clId="Web-{4DCF0A9A-E0AB-2960-A569-775231E232A8}" dt="2026-02-10T14:14:54.149" v="74"/>
        <pc:sldMkLst>
          <pc:docMk/>
          <pc:sldMk cId="3075754927" sldId="259"/>
        </pc:sldMkLst>
        <pc:spChg chg="mod">
          <ac:chgData name="MOISES ISRAEL AREQUIPA MUNOZ" userId="S::moises.arequipa@epn.edu.ec::d7008979-f8d8-4177-b528-e3a46547fcfd" providerId="AD" clId="Web-{4DCF0A9A-E0AB-2960-A569-775231E232A8}" dt="2026-02-10T14:08:01.172" v="56" actId="14100"/>
          <ac:spMkLst>
            <pc:docMk/>
            <pc:sldMk cId="3075754927" sldId="259"/>
            <ac:spMk id="3" creationId="{E0321E98-5312-80CA-F112-99E04BAADAC4}"/>
          </ac:spMkLst>
        </pc:spChg>
        <pc:picChg chg="add del mod">
          <ac:chgData name="MOISES ISRAEL AREQUIPA MUNOZ" userId="S::moises.arequipa@epn.edu.ec::d7008979-f8d8-4177-b528-e3a46547fcfd" providerId="AD" clId="Web-{4DCF0A9A-E0AB-2960-A569-775231E232A8}" dt="2026-02-10T14:14:54.149" v="74"/>
          <ac:picMkLst>
            <pc:docMk/>
            <pc:sldMk cId="3075754927" sldId="259"/>
            <ac:picMk id="5" creationId="{610B5838-11B2-12D5-AC8C-74746A6E15A9}"/>
          </ac:picMkLst>
        </pc:picChg>
        <pc:picChg chg="add mod">
          <ac:chgData name="MOISES ISRAEL AREQUIPA MUNOZ" userId="S::moises.arequipa@epn.edu.ec::d7008979-f8d8-4177-b528-e3a46547fcfd" providerId="AD" clId="Web-{4DCF0A9A-E0AB-2960-A569-775231E232A8}" dt="2026-02-10T14:14:53.868" v="73" actId="1076"/>
          <ac:picMkLst>
            <pc:docMk/>
            <pc:sldMk cId="3075754927" sldId="259"/>
            <ac:picMk id="8" creationId="{A37F9086-D641-E0E3-C4FD-690DBA2C9E88}"/>
          </ac:picMkLst>
        </pc:picChg>
      </pc:sldChg>
      <pc:sldChg chg="addSp modSp">
        <pc:chgData name="MOISES ISRAEL AREQUIPA MUNOZ" userId="S::moises.arequipa@epn.edu.ec::d7008979-f8d8-4177-b528-e3a46547fcfd" providerId="AD" clId="Web-{4DCF0A9A-E0AB-2960-A569-775231E232A8}" dt="2026-02-10T14:30:59.681" v="99" actId="14100"/>
        <pc:sldMkLst>
          <pc:docMk/>
          <pc:sldMk cId="3411300563" sldId="260"/>
        </pc:sldMkLst>
        <pc:spChg chg="mod">
          <ac:chgData name="MOISES ISRAEL AREQUIPA MUNOZ" userId="S::moises.arequipa@epn.edu.ec::d7008979-f8d8-4177-b528-e3a46547fcfd" providerId="AD" clId="Web-{4DCF0A9A-E0AB-2960-A569-775231E232A8}" dt="2026-02-10T14:30:59.681" v="99" actId="14100"/>
          <ac:spMkLst>
            <pc:docMk/>
            <pc:sldMk cId="3411300563" sldId="260"/>
            <ac:spMk id="3" creationId="{D5544793-4B21-9723-BCB8-C4F40E4FDB7A}"/>
          </ac:spMkLst>
        </pc:spChg>
        <pc:picChg chg="add mod">
          <ac:chgData name="MOISES ISRAEL AREQUIPA MUNOZ" userId="S::moises.arequipa@epn.edu.ec::d7008979-f8d8-4177-b528-e3a46547fcfd" providerId="AD" clId="Web-{4DCF0A9A-E0AB-2960-A569-775231E232A8}" dt="2026-02-10T14:19:04.338" v="82" actId="1076"/>
          <ac:picMkLst>
            <pc:docMk/>
            <pc:sldMk cId="3411300563" sldId="260"/>
            <ac:picMk id="7" creationId="{4A7661C0-0D1A-8032-BC4D-C1C4A9DA4DC9}"/>
          </ac:picMkLst>
        </pc:picChg>
        <pc:picChg chg="add mod">
          <ac:chgData name="MOISES ISRAEL AREQUIPA MUNOZ" userId="S::moises.arequipa@epn.edu.ec::d7008979-f8d8-4177-b528-e3a46547fcfd" providerId="AD" clId="Web-{4DCF0A9A-E0AB-2960-A569-775231E232A8}" dt="2026-02-10T14:19:01.479" v="81" actId="1076"/>
          <ac:picMkLst>
            <pc:docMk/>
            <pc:sldMk cId="3411300563" sldId="260"/>
            <ac:picMk id="9" creationId="{7F6C80A0-9F28-2534-B74A-63142E5AB0E6}"/>
          </ac:picMkLst>
        </pc:picChg>
      </pc:sldChg>
      <pc:sldChg chg="addSp delSp modSp">
        <pc:chgData name="MOISES ISRAEL AREQUIPA MUNOZ" userId="S::moises.arequipa@epn.edu.ec::d7008979-f8d8-4177-b528-e3a46547fcfd" providerId="AD" clId="Web-{4DCF0A9A-E0AB-2960-A569-775231E232A8}" dt="2026-02-10T14:24:28.511" v="95" actId="20577"/>
        <pc:sldMkLst>
          <pc:docMk/>
          <pc:sldMk cId="2649929489" sldId="262"/>
        </pc:sldMkLst>
        <pc:spChg chg="add del mod">
          <ac:chgData name="MOISES ISRAEL AREQUIPA MUNOZ" userId="S::moises.arequipa@epn.edu.ec::d7008979-f8d8-4177-b528-e3a46547fcfd" providerId="AD" clId="Web-{4DCF0A9A-E0AB-2960-A569-775231E232A8}" dt="2026-02-10T14:24:28.511" v="95" actId="20577"/>
          <ac:spMkLst>
            <pc:docMk/>
            <pc:sldMk cId="2649929489" sldId="262"/>
            <ac:spMk id="3" creationId="{8B15B7FC-10A1-9C8E-6788-8E8DD3B8627A}"/>
          </ac:spMkLst>
        </pc:spChg>
      </pc:sldChg>
    </pc:docChg>
  </pc:docChgLst>
  <pc:docChgLst>
    <pc:chgData name="MOISES ISRAEL AREQUIPA MUNOZ" userId="S::moises.arequipa@epn.edu.ec::d7008979-f8d8-4177-b528-e3a46547fcfd" providerId="AD" clId="Web-{269338F4-52EC-FF21-AFF8-53E51EAABB31}"/>
    <pc:docChg chg="modSld">
      <pc:chgData name="MOISES ISRAEL AREQUIPA MUNOZ" userId="S::moises.arequipa@epn.edu.ec::d7008979-f8d8-4177-b528-e3a46547fcfd" providerId="AD" clId="Web-{269338F4-52EC-FF21-AFF8-53E51EAABB31}" dt="2026-02-10T05:47:36.608" v="17" actId="20577"/>
      <pc:docMkLst>
        <pc:docMk/>
      </pc:docMkLst>
      <pc:sldChg chg="modSp">
        <pc:chgData name="MOISES ISRAEL AREQUIPA MUNOZ" userId="S::moises.arequipa@epn.edu.ec::d7008979-f8d8-4177-b528-e3a46547fcfd" providerId="AD" clId="Web-{269338F4-52EC-FF21-AFF8-53E51EAABB31}" dt="2026-02-10T05:44:43.800" v="4" actId="20577"/>
        <pc:sldMkLst>
          <pc:docMk/>
          <pc:sldMk cId="3111169884" sldId="256"/>
        </pc:sldMkLst>
        <pc:spChg chg="mod">
          <ac:chgData name="MOISES ISRAEL AREQUIPA MUNOZ" userId="S::moises.arequipa@epn.edu.ec::d7008979-f8d8-4177-b528-e3a46547fcfd" providerId="AD" clId="Web-{269338F4-52EC-FF21-AFF8-53E51EAABB31}" dt="2026-02-10T05:44:43.800" v="4" actId="20577"/>
          <ac:spMkLst>
            <pc:docMk/>
            <pc:sldMk cId="3111169884" sldId="256"/>
            <ac:spMk id="2" creationId="{FF198076-7AE8-EFAA-CA63-083D5B76853A}"/>
          </ac:spMkLst>
        </pc:spChg>
      </pc:sldChg>
      <pc:sldChg chg="modSp">
        <pc:chgData name="MOISES ISRAEL AREQUIPA MUNOZ" userId="S::moises.arequipa@epn.edu.ec::d7008979-f8d8-4177-b528-e3a46547fcfd" providerId="AD" clId="Web-{269338F4-52EC-FF21-AFF8-53E51EAABB31}" dt="2026-02-10T05:46:42.074" v="14" actId="20577"/>
        <pc:sldMkLst>
          <pc:docMk/>
          <pc:sldMk cId="2649929489" sldId="262"/>
        </pc:sldMkLst>
        <pc:spChg chg="mod">
          <ac:chgData name="MOISES ISRAEL AREQUIPA MUNOZ" userId="S::moises.arequipa@epn.edu.ec::d7008979-f8d8-4177-b528-e3a46547fcfd" providerId="AD" clId="Web-{269338F4-52EC-FF21-AFF8-53E51EAABB31}" dt="2026-02-10T05:46:42.074" v="14" actId="20577"/>
          <ac:spMkLst>
            <pc:docMk/>
            <pc:sldMk cId="2649929489" sldId="262"/>
            <ac:spMk id="3" creationId="{8B15B7FC-10A1-9C8E-6788-8E8DD3B8627A}"/>
          </ac:spMkLst>
        </pc:spChg>
      </pc:sldChg>
      <pc:sldChg chg="modSp">
        <pc:chgData name="MOISES ISRAEL AREQUIPA MUNOZ" userId="S::moises.arequipa@epn.edu.ec::d7008979-f8d8-4177-b528-e3a46547fcfd" providerId="AD" clId="Web-{269338F4-52EC-FF21-AFF8-53E51EAABB31}" dt="2026-02-10T05:47:36.608" v="17" actId="20577"/>
        <pc:sldMkLst>
          <pc:docMk/>
          <pc:sldMk cId="2199093208" sldId="268"/>
        </pc:sldMkLst>
        <pc:spChg chg="mod">
          <ac:chgData name="MOISES ISRAEL AREQUIPA MUNOZ" userId="S::moises.arequipa@epn.edu.ec::d7008979-f8d8-4177-b528-e3a46547fcfd" providerId="AD" clId="Web-{269338F4-52EC-FF21-AFF8-53E51EAABB31}" dt="2026-02-10T05:47:36.608" v="17" actId="20577"/>
          <ac:spMkLst>
            <pc:docMk/>
            <pc:sldMk cId="2199093208" sldId="268"/>
            <ac:spMk id="5" creationId="{3B2B9B78-A87F-329D-421F-08377611A8F7}"/>
          </ac:spMkLst>
        </pc:spChg>
      </pc:sldChg>
      <pc:sldChg chg="modSp">
        <pc:chgData name="MOISES ISRAEL AREQUIPA MUNOZ" userId="S::moises.arequipa@epn.edu.ec::d7008979-f8d8-4177-b528-e3a46547fcfd" providerId="AD" clId="Web-{269338F4-52EC-FF21-AFF8-53E51EAABB31}" dt="2026-02-10T05:46:22.791" v="11" actId="20577"/>
        <pc:sldMkLst>
          <pc:docMk/>
          <pc:sldMk cId="3250877139" sldId="271"/>
        </pc:sldMkLst>
        <pc:spChg chg="mod">
          <ac:chgData name="MOISES ISRAEL AREQUIPA MUNOZ" userId="S::moises.arequipa@epn.edu.ec::d7008979-f8d8-4177-b528-e3a46547fcfd" providerId="AD" clId="Web-{269338F4-52EC-FF21-AFF8-53E51EAABB31}" dt="2026-02-10T05:46:22.791" v="11" actId="20577"/>
          <ac:spMkLst>
            <pc:docMk/>
            <pc:sldMk cId="3250877139" sldId="271"/>
            <ac:spMk id="3" creationId="{269FDC92-9B9B-5DED-C60D-B0AD1CC81CA9}"/>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18DE041-0B7E-B911-4F2F-F710E095889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29B0C74-8BF2-307C-02FC-47F4BCC957E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47629D1-8075-4F1D-B088-1C781352D88C}" type="datetime1">
              <a:rPr lang="en-US" smtClean="0"/>
              <a:t>3/5/2026</a:t>
            </a:fld>
            <a:endParaRPr lang="en-US"/>
          </a:p>
        </p:txBody>
      </p:sp>
      <p:sp>
        <p:nvSpPr>
          <p:cNvPr id="4" name="Footer Placeholder 3">
            <a:extLst>
              <a:ext uri="{FF2B5EF4-FFF2-40B4-BE49-F238E27FC236}">
                <a16:creationId xmlns:a16="http://schemas.microsoft.com/office/drawing/2014/main" id="{B4AC6F9E-7B33-4589-20F4-9DB6C990C32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NOMBRE</a:t>
            </a:r>
          </a:p>
        </p:txBody>
      </p:sp>
      <p:sp>
        <p:nvSpPr>
          <p:cNvPr id="5" name="Slide Number Placeholder 4">
            <a:extLst>
              <a:ext uri="{FF2B5EF4-FFF2-40B4-BE49-F238E27FC236}">
                <a16:creationId xmlns:a16="http://schemas.microsoft.com/office/drawing/2014/main" id="{9A353B17-B6B7-DD70-0A0D-45019D1D704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8B3BF41-A7D6-43EE-83A1-BE47D039B32F}" type="slidenum">
              <a:rPr lang="en-US" smtClean="0"/>
              <a:t>‹Nº›</a:t>
            </a:fld>
            <a:endParaRPr lang="en-US"/>
          </a:p>
        </p:txBody>
      </p:sp>
    </p:spTree>
    <p:extLst>
      <p:ext uri="{BB962C8B-B14F-4D97-AF65-F5344CB8AC3E}">
        <p14:creationId xmlns:p14="http://schemas.microsoft.com/office/powerpoint/2010/main" val="2567548184"/>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CDF700-07E2-4066-8567-38B3EDA07A15}" type="datetime1">
              <a:rPr lang="en-US" smtClean="0"/>
              <a:t>3/5/2026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NOMBRE</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29EAD9-5B43-4FBD-ADC8-5E23CCD7D352}" type="slidenum">
              <a:rPr lang="en-US" smtClean="0"/>
              <a:t>‹Nº›</a:t>
            </a:fld>
            <a:endParaRPr lang="en-US"/>
          </a:p>
        </p:txBody>
      </p:sp>
    </p:spTree>
    <p:extLst>
      <p:ext uri="{BB962C8B-B14F-4D97-AF65-F5344CB8AC3E}">
        <p14:creationId xmlns:p14="http://schemas.microsoft.com/office/powerpoint/2010/main" val="970617586"/>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ED493EC-69FD-4852-A4E9-8A360748F199}" type="datetime1">
              <a:rPr lang="en-US" smtClean="0"/>
              <a:t>3/5/2026</a:t>
            </a:fld>
            <a:endParaRPr lang="en-US"/>
          </a:p>
        </p:txBody>
      </p:sp>
      <p:sp>
        <p:nvSpPr>
          <p:cNvPr id="5" name="Footer Placeholder 4"/>
          <p:cNvSpPr>
            <a:spLocks noGrp="1"/>
          </p:cNvSpPr>
          <p:nvPr>
            <p:ph type="ftr" sz="quarter" idx="11"/>
          </p:nvPr>
        </p:nvSpPr>
        <p:spPr/>
        <p:txBody>
          <a:bodyPr/>
          <a:lstStyle/>
          <a:p>
            <a:r>
              <a:rPr lang="en-US"/>
              <a:t>Autor: APELLIDO NOMBRE</a:t>
            </a:r>
          </a:p>
        </p:txBody>
      </p:sp>
      <p:sp>
        <p:nvSpPr>
          <p:cNvPr id="6" name="Slide Number Placeholder 5"/>
          <p:cNvSpPr>
            <a:spLocks noGrp="1"/>
          </p:cNvSpPr>
          <p:nvPr>
            <p:ph type="sldNum" sz="quarter" idx="12"/>
          </p:nvPr>
        </p:nvSpPr>
        <p:spPr/>
        <p:txBody>
          <a:bodyPr/>
          <a:lstStyle/>
          <a:p>
            <a:fld id="{D57F1E4F-1CFF-5643-939E-02111984F565}" type="slidenum">
              <a:rPr lang="en-US" smtClean="0"/>
              <a:t>‹Nº›</a:t>
            </a:fld>
            <a:endParaRPr lang="en-US"/>
          </a:p>
        </p:txBody>
      </p:sp>
      <p:pic>
        <p:nvPicPr>
          <p:cNvPr id="7" name="Picture 6" descr="A logo with text on it&#10;&#10;Description automatically generated">
            <a:extLst>
              <a:ext uri="{FF2B5EF4-FFF2-40B4-BE49-F238E27FC236}">
                <a16:creationId xmlns:a16="http://schemas.microsoft.com/office/drawing/2014/main" id="{21F04EB8-116E-6298-5C85-1DD77B74F8C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7441" y="209820"/>
            <a:ext cx="1335027" cy="852802"/>
          </a:xfrm>
          <a:prstGeom prst="rect">
            <a:avLst/>
          </a:prstGeom>
        </p:spPr>
      </p:pic>
      <p:pic>
        <p:nvPicPr>
          <p:cNvPr id="8" name="Picture 7" descr="A logo for a video game&#10;&#10;Description automatically generated">
            <a:extLst>
              <a:ext uri="{FF2B5EF4-FFF2-40B4-BE49-F238E27FC236}">
                <a16:creationId xmlns:a16="http://schemas.microsoft.com/office/drawing/2014/main" id="{78B89AB7-BDDF-F90B-A354-CC30A9476B8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505287" y="300432"/>
            <a:ext cx="1577756" cy="571897"/>
          </a:xfrm>
          <a:prstGeom prst="rect">
            <a:avLst/>
          </a:prstGeom>
        </p:spPr>
      </p:pic>
      <p:pic>
        <p:nvPicPr>
          <p:cNvPr id="9" name="Picture 8" descr="A logo with a black background&#10;&#10;Description automatically generated">
            <a:extLst>
              <a:ext uri="{FF2B5EF4-FFF2-40B4-BE49-F238E27FC236}">
                <a16:creationId xmlns:a16="http://schemas.microsoft.com/office/drawing/2014/main" id="{D73036B2-8CEB-F5AC-37FB-2F4A26A059CE}"/>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963107" y="97276"/>
            <a:ext cx="1057816" cy="917654"/>
          </a:xfrm>
          <a:prstGeom prst="rect">
            <a:avLst/>
          </a:prstGeom>
        </p:spPr>
      </p:pic>
    </p:spTree>
    <p:extLst>
      <p:ext uri="{BB962C8B-B14F-4D97-AF65-F5344CB8AC3E}">
        <p14:creationId xmlns:p14="http://schemas.microsoft.com/office/powerpoint/2010/main" val="8163449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21336F0-F2D4-4128-81D4-C1C63A9C5753}" type="datetime1">
              <a:rPr lang="en-US" smtClean="0"/>
              <a:t>3/5/2026</a:t>
            </a:fld>
            <a:endParaRPr lang="en-US"/>
          </a:p>
        </p:txBody>
      </p:sp>
      <p:sp>
        <p:nvSpPr>
          <p:cNvPr id="5" name="Footer Placeholder 4"/>
          <p:cNvSpPr>
            <a:spLocks noGrp="1"/>
          </p:cNvSpPr>
          <p:nvPr>
            <p:ph type="ftr" sz="quarter" idx="11"/>
          </p:nvPr>
        </p:nvSpPr>
        <p:spPr/>
        <p:txBody>
          <a:bodyPr/>
          <a:lstStyle/>
          <a:p>
            <a:r>
              <a:rPr lang="en-US"/>
              <a:t>Autor: APELLIDO NOMBRE</a:t>
            </a:r>
          </a:p>
        </p:txBody>
      </p:sp>
      <p:sp>
        <p:nvSpPr>
          <p:cNvPr id="6" name="Slide Number Placeholder 5"/>
          <p:cNvSpPr>
            <a:spLocks noGrp="1"/>
          </p:cNvSpPr>
          <p:nvPr>
            <p:ph type="sldNum" sz="quarter" idx="12"/>
          </p:nvPr>
        </p:nvSpPr>
        <p:spPr/>
        <p:txBody>
          <a:bodyPr/>
          <a:lstStyle>
            <a:lvl1pPr>
              <a:defRPr sz="1600"/>
            </a:lvl1pPr>
          </a:lstStyle>
          <a:p>
            <a:fld id="{9BF1773D-C84C-42E8-82E9-23B2760B8EC4}" type="slidenum">
              <a:rPr lang="en-US" smtClean="0"/>
              <a:pPr/>
              <a:t>‹Nº›</a:t>
            </a:fld>
            <a:endParaRPr lang="en-US"/>
          </a:p>
          <a:p>
            <a:r>
              <a:rPr lang="en-US" sz="1400"/>
              <a:t> / 10</a:t>
            </a:r>
          </a:p>
        </p:txBody>
      </p:sp>
      <p:pic>
        <p:nvPicPr>
          <p:cNvPr id="7" name="Picture 6" descr="A logo with text on it&#10;&#10;Description automatically generated">
            <a:extLst>
              <a:ext uri="{FF2B5EF4-FFF2-40B4-BE49-F238E27FC236}">
                <a16:creationId xmlns:a16="http://schemas.microsoft.com/office/drawing/2014/main" id="{FD42DD37-8D0F-0A41-919A-BE8D648B6C4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90082" y="2666999"/>
            <a:ext cx="1335027" cy="852802"/>
          </a:xfrm>
          <a:prstGeom prst="rect">
            <a:avLst/>
          </a:prstGeom>
        </p:spPr>
      </p:pic>
      <p:pic>
        <p:nvPicPr>
          <p:cNvPr id="8" name="Picture 7" descr="A logo for a video game&#10;&#10;Description automatically generated">
            <a:extLst>
              <a:ext uri="{FF2B5EF4-FFF2-40B4-BE49-F238E27FC236}">
                <a16:creationId xmlns:a16="http://schemas.microsoft.com/office/drawing/2014/main" id="{1C9903BD-07E3-3BC1-DCC6-06A7D0EF254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168717" y="4763842"/>
            <a:ext cx="1577756" cy="571897"/>
          </a:xfrm>
          <a:prstGeom prst="rect">
            <a:avLst/>
          </a:prstGeom>
        </p:spPr>
      </p:pic>
      <p:pic>
        <p:nvPicPr>
          <p:cNvPr id="9" name="Picture 8" descr="A logo with a black background&#10;&#10;Description automatically generated">
            <a:extLst>
              <a:ext uri="{FF2B5EF4-FFF2-40B4-BE49-F238E27FC236}">
                <a16:creationId xmlns:a16="http://schemas.microsoft.com/office/drawing/2014/main" id="{D96F1A8E-C813-EDD9-440D-AA4CE2C2A23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455498" y="3691831"/>
            <a:ext cx="1057816" cy="917654"/>
          </a:xfrm>
          <a:prstGeom prst="rect">
            <a:avLst/>
          </a:prstGeom>
        </p:spPr>
      </p:pic>
      <p:sp>
        <p:nvSpPr>
          <p:cNvPr id="10" name="Rectangle 9">
            <a:extLst>
              <a:ext uri="{FF2B5EF4-FFF2-40B4-BE49-F238E27FC236}">
                <a16:creationId xmlns:a16="http://schemas.microsoft.com/office/drawing/2014/main" id="{9E9450C3-C6FC-DAAB-E789-94DA6A024CEE}"/>
              </a:ext>
            </a:extLst>
          </p:cNvPr>
          <p:cNvSpPr/>
          <p:nvPr userDrawn="1"/>
        </p:nvSpPr>
        <p:spPr>
          <a:xfrm>
            <a:off x="646111" y="1152983"/>
            <a:ext cx="9542414" cy="18000"/>
          </a:xfrm>
          <a:prstGeom prst="rect">
            <a:avLst/>
          </a:prstGeom>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52C840C8-BE0B-FFD0-36A0-EEA54FEEF0E7}"/>
              </a:ext>
            </a:extLst>
          </p:cNvPr>
          <p:cNvCxnSpPr/>
          <p:nvPr userDrawn="1"/>
        </p:nvCxnSpPr>
        <p:spPr>
          <a:xfrm>
            <a:off x="672435" y="6405681"/>
            <a:ext cx="95687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6022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3702D0D-70DC-4D68-BE7B-0B24AE652837}" type="datetime1">
              <a:rPr lang="en-US" smtClean="0"/>
              <a:t>3/5/2026</a:t>
            </a:fld>
            <a:endParaRPr lang="en-US"/>
          </a:p>
        </p:txBody>
      </p:sp>
      <p:sp>
        <p:nvSpPr>
          <p:cNvPr id="5" name="Footer Placeholder 4"/>
          <p:cNvSpPr>
            <a:spLocks noGrp="1"/>
          </p:cNvSpPr>
          <p:nvPr>
            <p:ph type="ftr" sz="quarter" idx="11"/>
          </p:nvPr>
        </p:nvSpPr>
        <p:spPr/>
        <p:txBody>
          <a:bodyPr/>
          <a:lstStyle/>
          <a:p>
            <a:r>
              <a:rPr lang="en-US"/>
              <a:t>Autor: APELLIDO NOMBRE</a:t>
            </a:r>
          </a:p>
        </p:txBody>
      </p:sp>
      <p:sp>
        <p:nvSpPr>
          <p:cNvPr id="6" name="Slide Number Placeholder 5"/>
          <p:cNvSpPr>
            <a:spLocks noGrp="1"/>
          </p:cNvSpPr>
          <p:nvPr>
            <p:ph type="sldNum" sz="quarter" idx="12"/>
          </p:nvPr>
        </p:nvSpPr>
        <p:spPr/>
        <p:txBody>
          <a:bodyPr/>
          <a:lstStyle>
            <a:lvl1pPr>
              <a:defRPr sz="1800"/>
            </a:lvl1pPr>
          </a:lstStyle>
          <a:p>
            <a:fld id="{9BF1773D-C84C-42E8-82E9-23B2760B8EC4}" type="slidenum">
              <a:rPr lang="en-US" smtClean="0"/>
              <a:pPr/>
              <a:t>‹Nº›</a:t>
            </a:fld>
            <a:endParaRPr lang="en-US"/>
          </a:p>
          <a:p>
            <a:r>
              <a:rPr lang="en-US" sz="1600"/>
              <a:t> / 10</a:t>
            </a:r>
          </a:p>
        </p:txBody>
      </p:sp>
      <p:pic>
        <p:nvPicPr>
          <p:cNvPr id="7" name="Picture 6" descr="A logo with text on it&#10;&#10;Description automatically generated">
            <a:extLst>
              <a:ext uri="{FF2B5EF4-FFF2-40B4-BE49-F238E27FC236}">
                <a16:creationId xmlns:a16="http://schemas.microsoft.com/office/drawing/2014/main" id="{515F2663-0FD0-FC2C-8DF8-88467BF3241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90082" y="2666999"/>
            <a:ext cx="1335027" cy="852802"/>
          </a:xfrm>
          <a:prstGeom prst="rect">
            <a:avLst/>
          </a:prstGeom>
        </p:spPr>
      </p:pic>
      <p:pic>
        <p:nvPicPr>
          <p:cNvPr id="8" name="Picture 7" descr="A logo for a video game&#10;&#10;Description automatically generated">
            <a:extLst>
              <a:ext uri="{FF2B5EF4-FFF2-40B4-BE49-F238E27FC236}">
                <a16:creationId xmlns:a16="http://schemas.microsoft.com/office/drawing/2014/main" id="{CFB3B6C0-F05F-0DBA-888C-F3AAAD9A7FA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168717" y="4763842"/>
            <a:ext cx="1577756" cy="571897"/>
          </a:xfrm>
          <a:prstGeom prst="rect">
            <a:avLst/>
          </a:prstGeom>
        </p:spPr>
      </p:pic>
      <p:pic>
        <p:nvPicPr>
          <p:cNvPr id="9" name="Picture 8" descr="A logo with a black background&#10;&#10;Description automatically generated">
            <a:extLst>
              <a:ext uri="{FF2B5EF4-FFF2-40B4-BE49-F238E27FC236}">
                <a16:creationId xmlns:a16="http://schemas.microsoft.com/office/drawing/2014/main" id="{CFDAAACD-0F13-5AB6-C12E-F339E408111D}"/>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455498" y="3691831"/>
            <a:ext cx="1057816" cy="917654"/>
          </a:xfrm>
          <a:prstGeom prst="rect">
            <a:avLst/>
          </a:prstGeom>
        </p:spPr>
      </p:pic>
    </p:spTree>
    <p:extLst>
      <p:ext uri="{BB962C8B-B14F-4D97-AF65-F5344CB8AC3E}">
        <p14:creationId xmlns:p14="http://schemas.microsoft.com/office/powerpoint/2010/main" val="41681711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E36E0CC-1CD7-4D4D-BD29-53C2AB2A47C7}" type="datetime1">
              <a:rPr lang="en-US" smtClean="0"/>
              <a:t>3/5/2026</a:t>
            </a:fld>
            <a:endParaRPr lang="en-US"/>
          </a:p>
        </p:txBody>
      </p:sp>
      <p:sp>
        <p:nvSpPr>
          <p:cNvPr id="6" name="Footer Placeholder 5"/>
          <p:cNvSpPr>
            <a:spLocks noGrp="1"/>
          </p:cNvSpPr>
          <p:nvPr>
            <p:ph type="ftr" sz="quarter" idx="11"/>
          </p:nvPr>
        </p:nvSpPr>
        <p:spPr/>
        <p:txBody>
          <a:bodyPr/>
          <a:lstStyle/>
          <a:p>
            <a:r>
              <a:rPr lang="en-US"/>
              <a:t>Autor: APELLIDO NOMBRE</a:t>
            </a:r>
          </a:p>
        </p:txBody>
      </p:sp>
      <p:sp>
        <p:nvSpPr>
          <p:cNvPr id="7" name="Slide Number Placeholder 6"/>
          <p:cNvSpPr>
            <a:spLocks noGrp="1"/>
          </p:cNvSpPr>
          <p:nvPr>
            <p:ph type="sldNum" sz="quarter" idx="12"/>
          </p:nvPr>
        </p:nvSpPr>
        <p:spPr/>
        <p:txBody>
          <a:bodyPr/>
          <a:lstStyle>
            <a:lvl1pPr>
              <a:defRPr sz="1800"/>
            </a:lvl1pPr>
          </a:lstStyle>
          <a:p>
            <a:fld id="{9BF1773D-C84C-42E8-82E9-23B2760B8EC4}" type="slidenum">
              <a:rPr lang="en-US" smtClean="0"/>
              <a:pPr/>
              <a:t>‹Nº›</a:t>
            </a:fld>
            <a:endParaRPr lang="en-US"/>
          </a:p>
          <a:p>
            <a:r>
              <a:rPr lang="en-US" sz="1600"/>
              <a:t> / 10</a:t>
            </a:r>
          </a:p>
        </p:txBody>
      </p:sp>
      <p:pic>
        <p:nvPicPr>
          <p:cNvPr id="8" name="Picture 7" descr="A logo with text on it&#10;&#10;Description automatically generated">
            <a:extLst>
              <a:ext uri="{FF2B5EF4-FFF2-40B4-BE49-F238E27FC236}">
                <a16:creationId xmlns:a16="http://schemas.microsoft.com/office/drawing/2014/main" id="{81FEBD2A-30A9-8970-F358-76FB8B1465E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90082" y="2666999"/>
            <a:ext cx="1335027" cy="852802"/>
          </a:xfrm>
          <a:prstGeom prst="rect">
            <a:avLst/>
          </a:prstGeom>
        </p:spPr>
      </p:pic>
      <p:pic>
        <p:nvPicPr>
          <p:cNvPr id="9" name="Picture 8" descr="A logo for a video game&#10;&#10;Description automatically generated">
            <a:extLst>
              <a:ext uri="{FF2B5EF4-FFF2-40B4-BE49-F238E27FC236}">
                <a16:creationId xmlns:a16="http://schemas.microsoft.com/office/drawing/2014/main" id="{6F796D98-A5C1-57A3-1680-89A74590FA6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168717" y="4763842"/>
            <a:ext cx="1577756" cy="571897"/>
          </a:xfrm>
          <a:prstGeom prst="rect">
            <a:avLst/>
          </a:prstGeom>
        </p:spPr>
      </p:pic>
      <p:pic>
        <p:nvPicPr>
          <p:cNvPr id="10" name="Picture 9" descr="A logo with a black background&#10;&#10;Description automatically generated">
            <a:extLst>
              <a:ext uri="{FF2B5EF4-FFF2-40B4-BE49-F238E27FC236}">
                <a16:creationId xmlns:a16="http://schemas.microsoft.com/office/drawing/2014/main" id="{696CDEC1-36A3-3E6C-034E-5239739E20FB}"/>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455498" y="3691831"/>
            <a:ext cx="1057816" cy="917654"/>
          </a:xfrm>
          <a:prstGeom prst="rect">
            <a:avLst/>
          </a:prstGeom>
        </p:spPr>
      </p:pic>
    </p:spTree>
    <p:extLst>
      <p:ext uri="{BB962C8B-B14F-4D97-AF65-F5344CB8AC3E}">
        <p14:creationId xmlns:p14="http://schemas.microsoft.com/office/powerpoint/2010/main" val="28782107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BB0B4EB-B263-490A-9F7B-E3872234A462}" type="datetime1">
              <a:rPr lang="en-US" smtClean="0"/>
              <a:t>3/5/2026</a:t>
            </a:fld>
            <a:endParaRPr lang="en-US"/>
          </a:p>
        </p:txBody>
      </p:sp>
      <p:sp>
        <p:nvSpPr>
          <p:cNvPr id="8" name="Footer Placeholder 7"/>
          <p:cNvSpPr>
            <a:spLocks noGrp="1"/>
          </p:cNvSpPr>
          <p:nvPr>
            <p:ph type="ftr" sz="quarter" idx="11"/>
          </p:nvPr>
        </p:nvSpPr>
        <p:spPr/>
        <p:txBody>
          <a:bodyPr/>
          <a:lstStyle/>
          <a:p>
            <a:r>
              <a:rPr lang="en-US"/>
              <a:t>Autor: APELLIDO NOMBRE</a:t>
            </a:r>
          </a:p>
        </p:txBody>
      </p:sp>
      <p:sp>
        <p:nvSpPr>
          <p:cNvPr id="9" name="Slide Number Placeholder 8"/>
          <p:cNvSpPr>
            <a:spLocks noGrp="1"/>
          </p:cNvSpPr>
          <p:nvPr>
            <p:ph type="sldNum" sz="quarter" idx="12"/>
          </p:nvPr>
        </p:nvSpPr>
        <p:spPr/>
        <p:txBody>
          <a:bodyPr/>
          <a:lstStyle/>
          <a:p>
            <a:fld id="{9BF1773D-C84C-42E8-82E9-23B2760B8EC4}" type="slidenum">
              <a:rPr lang="en-US" smtClean="0"/>
              <a:t>‹Nº›</a:t>
            </a:fld>
            <a:endParaRPr lang="en-US"/>
          </a:p>
        </p:txBody>
      </p:sp>
    </p:spTree>
    <p:extLst>
      <p:ext uri="{BB962C8B-B14F-4D97-AF65-F5344CB8AC3E}">
        <p14:creationId xmlns:p14="http://schemas.microsoft.com/office/powerpoint/2010/main" val="6282444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7" name="Date Placeholder 2"/>
          <p:cNvSpPr>
            <a:spLocks noGrp="1"/>
          </p:cNvSpPr>
          <p:nvPr>
            <p:ph type="dt" sz="half" idx="10"/>
          </p:nvPr>
        </p:nvSpPr>
        <p:spPr/>
        <p:txBody>
          <a:bodyPr/>
          <a:lstStyle/>
          <a:p>
            <a:fld id="{C50E295A-42F5-4343-9809-4AC7BE095EA9}" type="datetime1">
              <a:rPr lang="en-US" smtClean="0"/>
              <a:t>3/5/2026</a:t>
            </a:fld>
            <a:endParaRPr lang="en-US"/>
          </a:p>
        </p:txBody>
      </p:sp>
      <p:sp>
        <p:nvSpPr>
          <p:cNvPr id="5" name="Footer Placeholder 3"/>
          <p:cNvSpPr>
            <a:spLocks noGrp="1"/>
          </p:cNvSpPr>
          <p:nvPr>
            <p:ph type="ftr" sz="quarter" idx="11"/>
          </p:nvPr>
        </p:nvSpPr>
        <p:spPr/>
        <p:txBody>
          <a:bodyPr/>
          <a:lstStyle/>
          <a:p>
            <a:r>
              <a:rPr lang="en-US"/>
              <a:t>Autor: APELLIDO NOMBRE</a:t>
            </a:r>
          </a:p>
        </p:txBody>
      </p:sp>
      <p:sp>
        <p:nvSpPr>
          <p:cNvPr id="6" name="Slide Number Placeholder 4"/>
          <p:cNvSpPr>
            <a:spLocks noGrp="1"/>
          </p:cNvSpPr>
          <p:nvPr>
            <p:ph type="sldNum" sz="quarter" idx="12"/>
          </p:nvPr>
        </p:nvSpPr>
        <p:spPr/>
        <p:txBody>
          <a:bodyPr/>
          <a:lstStyle/>
          <a:p>
            <a:fld id="{9BF1773D-C84C-42E8-82E9-23B2760B8EC4}" type="slidenum">
              <a:rPr lang="en-US" smtClean="0"/>
              <a:t>‹Nº›</a:t>
            </a:fld>
            <a:endParaRPr lang="en-US"/>
          </a:p>
        </p:txBody>
      </p:sp>
    </p:spTree>
    <p:extLst>
      <p:ext uri="{BB962C8B-B14F-4D97-AF65-F5344CB8AC3E}">
        <p14:creationId xmlns:p14="http://schemas.microsoft.com/office/powerpoint/2010/main" val="22455969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16286A24-721F-48B7-BB53-3D9F61B279A1}" type="datetime1">
              <a:rPr lang="en-US" smtClean="0"/>
              <a:t>3/5/2026</a:t>
            </a:fld>
            <a:endParaRPr lang="en-US"/>
          </a:p>
        </p:txBody>
      </p:sp>
      <p:sp>
        <p:nvSpPr>
          <p:cNvPr id="5" name="Footer Placeholder 2"/>
          <p:cNvSpPr>
            <a:spLocks noGrp="1"/>
          </p:cNvSpPr>
          <p:nvPr>
            <p:ph type="ftr" sz="quarter" idx="11"/>
          </p:nvPr>
        </p:nvSpPr>
        <p:spPr/>
        <p:txBody>
          <a:bodyPr/>
          <a:lstStyle/>
          <a:p>
            <a:r>
              <a:rPr lang="en-US"/>
              <a:t>Autor: APELLIDO NOMBRE</a:t>
            </a:r>
          </a:p>
        </p:txBody>
      </p:sp>
      <p:sp>
        <p:nvSpPr>
          <p:cNvPr id="6" name="Slide Number Placeholder 3"/>
          <p:cNvSpPr>
            <a:spLocks noGrp="1"/>
          </p:cNvSpPr>
          <p:nvPr>
            <p:ph type="sldNum" sz="quarter" idx="12"/>
          </p:nvPr>
        </p:nvSpPr>
        <p:spPr/>
        <p:txBody>
          <a:bodyPr/>
          <a:lstStyle>
            <a:lvl1pPr>
              <a:defRPr sz="1800"/>
            </a:lvl1pPr>
          </a:lstStyle>
          <a:p>
            <a:fld id="{9BF1773D-C84C-42E8-82E9-23B2760B8EC4}" type="slidenum">
              <a:rPr lang="en-US" smtClean="0"/>
              <a:pPr/>
              <a:t>‹Nº›</a:t>
            </a:fld>
            <a:endParaRPr lang="en-US"/>
          </a:p>
          <a:p>
            <a:r>
              <a:rPr lang="en-US" sz="1600"/>
              <a:t> / 10</a:t>
            </a:r>
          </a:p>
        </p:txBody>
      </p:sp>
      <p:pic>
        <p:nvPicPr>
          <p:cNvPr id="2" name="Picture 1" descr="A logo with text on it&#10;&#10;Description automatically generated">
            <a:extLst>
              <a:ext uri="{FF2B5EF4-FFF2-40B4-BE49-F238E27FC236}">
                <a16:creationId xmlns:a16="http://schemas.microsoft.com/office/drawing/2014/main" id="{D21EE7A5-A965-5E2B-BA43-60E6AE79262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90082" y="2666999"/>
            <a:ext cx="1335027" cy="852802"/>
          </a:xfrm>
          <a:prstGeom prst="rect">
            <a:avLst/>
          </a:prstGeom>
        </p:spPr>
      </p:pic>
      <p:pic>
        <p:nvPicPr>
          <p:cNvPr id="3" name="Picture 2" descr="A logo for a video game&#10;&#10;Description automatically generated">
            <a:extLst>
              <a:ext uri="{FF2B5EF4-FFF2-40B4-BE49-F238E27FC236}">
                <a16:creationId xmlns:a16="http://schemas.microsoft.com/office/drawing/2014/main" id="{1F1A5270-CBBA-465B-297D-A28F3E8EFC9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168717" y="4763842"/>
            <a:ext cx="1577756" cy="571897"/>
          </a:xfrm>
          <a:prstGeom prst="rect">
            <a:avLst/>
          </a:prstGeom>
        </p:spPr>
      </p:pic>
      <p:pic>
        <p:nvPicPr>
          <p:cNvPr id="4" name="Picture 3" descr="A logo with a black background&#10;&#10;Description automatically generated">
            <a:extLst>
              <a:ext uri="{FF2B5EF4-FFF2-40B4-BE49-F238E27FC236}">
                <a16:creationId xmlns:a16="http://schemas.microsoft.com/office/drawing/2014/main" id="{77952F81-2DE2-33A3-24DD-52C5A23E313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455498" y="3691831"/>
            <a:ext cx="1057816" cy="917654"/>
          </a:xfrm>
          <a:prstGeom prst="rect">
            <a:avLst/>
          </a:prstGeom>
        </p:spPr>
      </p:pic>
    </p:spTree>
    <p:extLst>
      <p:ext uri="{BB962C8B-B14F-4D97-AF65-F5344CB8AC3E}">
        <p14:creationId xmlns:p14="http://schemas.microsoft.com/office/powerpoint/2010/main" val="26436758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a:t>Click to edit Master title style</a:t>
            </a:r>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606BD656-1B2C-4C3D-817A-F2AFD97BBE68}" type="datetime1">
              <a:rPr lang="en-US" smtClean="0"/>
              <a:t>3/5/2026</a:t>
            </a:fld>
            <a:endParaRPr lang="en-US"/>
          </a:p>
        </p:txBody>
      </p:sp>
      <p:sp>
        <p:nvSpPr>
          <p:cNvPr id="5" name="Footer Placeholder 5"/>
          <p:cNvSpPr>
            <a:spLocks noGrp="1"/>
          </p:cNvSpPr>
          <p:nvPr>
            <p:ph type="ftr" sz="quarter" idx="11"/>
          </p:nvPr>
        </p:nvSpPr>
        <p:spPr/>
        <p:txBody>
          <a:bodyPr/>
          <a:lstStyle/>
          <a:p>
            <a:r>
              <a:rPr lang="en-US"/>
              <a:t>Autor: APELLIDO NOMBRE</a:t>
            </a:r>
          </a:p>
        </p:txBody>
      </p:sp>
      <p:sp>
        <p:nvSpPr>
          <p:cNvPr id="6" name="Slide Number Placeholder 6"/>
          <p:cNvSpPr>
            <a:spLocks noGrp="1"/>
          </p:cNvSpPr>
          <p:nvPr>
            <p:ph type="sldNum" sz="quarter" idx="12"/>
          </p:nvPr>
        </p:nvSpPr>
        <p:spPr/>
        <p:txBody>
          <a:bodyPr/>
          <a:lstStyle/>
          <a:p>
            <a:fld id="{9BF1773D-C84C-42E8-82E9-23B2760B8EC4}" type="slidenum">
              <a:rPr lang="en-US" smtClean="0"/>
              <a:t>‹Nº›</a:t>
            </a:fld>
            <a:endParaRPr lang="en-US"/>
          </a:p>
        </p:txBody>
      </p:sp>
    </p:spTree>
    <p:extLst>
      <p:ext uri="{BB962C8B-B14F-4D97-AF65-F5344CB8AC3E}">
        <p14:creationId xmlns:p14="http://schemas.microsoft.com/office/powerpoint/2010/main" val="25506696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DCD31D9-9FD5-4204-A2B0-05D71EF19323}" type="datetime1">
              <a:rPr lang="en-US" smtClean="0"/>
              <a:t>3/5/2026</a:t>
            </a:fld>
            <a:endParaRPr lang="en-US"/>
          </a:p>
        </p:txBody>
      </p:sp>
      <p:sp>
        <p:nvSpPr>
          <p:cNvPr id="6" name="Footer Placeholder 5"/>
          <p:cNvSpPr>
            <a:spLocks noGrp="1"/>
          </p:cNvSpPr>
          <p:nvPr>
            <p:ph type="ftr" sz="quarter" idx="11"/>
          </p:nvPr>
        </p:nvSpPr>
        <p:spPr/>
        <p:txBody>
          <a:bodyPr/>
          <a:lstStyle/>
          <a:p>
            <a:r>
              <a:rPr lang="en-US"/>
              <a:t>Autor: APELLIDO NOMBRE</a:t>
            </a:r>
          </a:p>
        </p:txBody>
      </p:sp>
      <p:sp>
        <p:nvSpPr>
          <p:cNvPr id="7" name="Slide Number Placeholder 6"/>
          <p:cNvSpPr>
            <a:spLocks noGrp="1"/>
          </p:cNvSpPr>
          <p:nvPr>
            <p:ph type="sldNum" sz="quarter" idx="12"/>
          </p:nvPr>
        </p:nvSpPr>
        <p:spPr/>
        <p:txBody>
          <a:bodyPr/>
          <a:lstStyle/>
          <a:p>
            <a:fld id="{9BF1773D-C84C-42E8-82E9-23B2760B8EC4}" type="slidenum">
              <a:rPr lang="en-US" smtClean="0"/>
              <a:t>‹Nº›</a:t>
            </a:fld>
            <a:endParaRPr lang="en-US"/>
          </a:p>
        </p:txBody>
      </p:sp>
    </p:spTree>
    <p:extLst>
      <p:ext uri="{BB962C8B-B14F-4D97-AF65-F5344CB8AC3E}">
        <p14:creationId xmlns:p14="http://schemas.microsoft.com/office/powerpoint/2010/main" val="6518035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C71E58B-9F31-49DD-B92E-A3A09698038C}" type="datetime1">
              <a:rPr lang="en-US" smtClean="0"/>
              <a:t>3/5/2026</a:t>
            </a:fld>
            <a:endParaRPr lang="en-US"/>
          </a:p>
        </p:txBody>
      </p:sp>
      <p:sp>
        <p:nvSpPr>
          <p:cNvPr id="6" name="Footer Placeholder 5"/>
          <p:cNvSpPr>
            <a:spLocks noGrp="1"/>
          </p:cNvSpPr>
          <p:nvPr>
            <p:ph type="ftr" sz="quarter" idx="11"/>
          </p:nvPr>
        </p:nvSpPr>
        <p:spPr/>
        <p:txBody>
          <a:bodyPr/>
          <a:lstStyle/>
          <a:p>
            <a:r>
              <a:rPr lang="en-US"/>
              <a:t>Autor: APELLIDO NOMBRE</a:t>
            </a:r>
          </a:p>
        </p:txBody>
      </p:sp>
      <p:sp>
        <p:nvSpPr>
          <p:cNvPr id="7" name="Slide Number Placeholder 6"/>
          <p:cNvSpPr>
            <a:spLocks noGrp="1"/>
          </p:cNvSpPr>
          <p:nvPr>
            <p:ph type="sldNum" sz="quarter" idx="12"/>
          </p:nvPr>
        </p:nvSpPr>
        <p:spPr/>
        <p:txBody>
          <a:bodyPr/>
          <a:lstStyle/>
          <a:p>
            <a:fld id="{9BF1773D-C84C-42E8-82E9-23B2760B8EC4}" type="slidenum">
              <a:rPr lang="en-US" smtClean="0"/>
              <a:t>‹Nº›</a:t>
            </a:fld>
            <a:endParaRPr lang="en-US"/>
          </a:p>
        </p:txBody>
      </p:sp>
    </p:spTree>
    <p:extLst>
      <p:ext uri="{BB962C8B-B14F-4D97-AF65-F5344CB8AC3E}">
        <p14:creationId xmlns:p14="http://schemas.microsoft.com/office/powerpoint/2010/main" val="2098119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723D9E6-6769-4F3D-B321-C2A46E9EF29B}" type="datetime1">
              <a:rPr lang="en-US" smtClean="0"/>
              <a:t>3/5/2026</a:t>
            </a:fld>
            <a:endParaRPr lang="en-US"/>
          </a:p>
        </p:txBody>
      </p:sp>
      <p:sp>
        <p:nvSpPr>
          <p:cNvPr id="5" name="Footer Placeholder 4"/>
          <p:cNvSpPr>
            <a:spLocks noGrp="1"/>
          </p:cNvSpPr>
          <p:nvPr>
            <p:ph type="ftr" sz="quarter" idx="11"/>
          </p:nvPr>
        </p:nvSpPr>
        <p:spPr/>
        <p:txBody>
          <a:bodyPr/>
          <a:lstStyle/>
          <a:p>
            <a:r>
              <a:rPr lang="en-US"/>
              <a:t>Autor: APELLIDO NOMBRE</a:t>
            </a:r>
          </a:p>
        </p:txBody>
      </p:sp>
      <p:sp>
        <p:nvSpPr>
          <p:cNvPr id="6" name="Slide Number Placeholder 5"/>
          <p:cNvSpPr>
            <a:spLocks noGrp="1"/>
          </p:cNvSpPr>
          <p:nvPr>
            <p:ph type="sldNum" sz="quarter" idx="12"/>
          </p:nvPr>
        </p:nvSpPr>
        <p:spPr/>
        <p:txBody>
          <a:bodyPr/>
          <a:lstStyle/>
          <a:p>
            <a:fld id="{9BF1773D-C84C-42E8-82E9-23B2760B8EC4}" type="slidenum">
              <a:rPr lang="en-US" smtClean="0"/>
              <a:t>‹Nº›</a:t>
            </a:fld>
            <a:endParaRPr lang="en-US"/>
          </a:p>
        </p:txBody>
      </p:sp>
    </p:spTree>
    <p:extLst>
      <p:ext uri="{BB962C8B-B14F-4D97-AF65-F5344CB8AC3E}">
        <p14:creationId xmlns:p14="http://schemas.microsoft.com/office/powerpoint/2010/main" val="2440328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D88DADC-6450-404A-92BC-6E25C2277274}" type="datetime1">
              <a:rPr lang="en-US" smtClean="0"/>
              <a:t>3/5/2026</a:t>
            </a:fld>
            <a:endParaRPr lang="en-US"/>
          </a:p>
        </p:txBody>
      </p:sp>
      <p:sp>
        <p:nvSpPr>
          <p:cNvPr id="5" name="Footer Placeholder 4"/>
          <p:cNvSpPr>
            <a:spLocks noGrp="1"/>
          </p:cNvSpPr>
          <p:nvPr>
            <p:ph type="ftr" sz="quarter" idx="11"/>
          </p:nvPr>
        </p:nvSpPr>
        <p:spPr/>
        <p:txBody>
          <a:bodyPr/>
          <a:lstStyle/>
          <a:p>
            <a:r>
              <a:rPr lang="en-US"/>
              <a:t>Autor: APELLIDO NOMBRE</a:t>
            </a:r>
          </a:p>
        </p:txBody>
      </p:sp>
      <p:sp>
        <p:nvSpPr>
          <p:cNvPr id="6" name="Slide Number Placeholder 5"/>
          <p:cNvSpPr>
            <a:spLocks noGrp="1"/>
          </p:cNvSpPr>
          <p:nvPr>
            <p:ph type="sldNum" sz="quarter" idx="12"/>
          </p:nvPr>
        </p:nvSpPr>
        <p:spPr/>
        <p:txBody>
          <a:bodyPr/>
          <a:lstStyle/>
          <a:p>
            <a:fld id="{9BF1773D-C84C-42E8-82E9-23B2760B8EC4}" type="slidenum">
              <a:rPr lang="en-US" smtClean="0"/>
              <a:t>‹Nº›</a:t>
            </a:fld>
            <a:endParaRPr lang="en-US"/>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a:t>”</a:t>
            </a:r>
          </a:p>
        </p:txBody>
      </p:sp>
    </p:spTree>
    <p:extLst>
      <p:ext uri="{BB962C8B-B14F-4D97-AF65-F5344CB8AC3E}">
        <p14:creationId xmlns:p14="http://schemas.microsoft.com/office/powerpoint/2010/main" val="23313381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BE1285C-1A56-4506-8F96-FD5C94E7ED06}" type="datetime1">
              <a:rPr lang="en-US" smtClean="0"/>
              <a:t>3/5/2026</a:t>
            </a:fld>
            <a:endParaRPr lang="en-US"/>
          </a:p>
        </p:txBody>
      </p:sp>
      <p:sp>
        <p:nvSpPr>
          <p:cNvPr id="5" name="Footer Placeholder 4"/>
          <p:cNvSpPr>
            <a:spLocks noGrp="1"/>
          </p:cNvSpPr>
          <p:nvPr>
            <p:ph type="ftr" sz="quarter" idx="11"/>
          </p:nvPr>
        </p:nvSpPr>
        <p:spPr/>
        <p:txBody>
          <a:bodyPr/>
          <a:lstStyle/>
          <a:p>
            <a:r>
              <a:rPr lang="en-US"/>
              <a:t>Autor: APELLIDO NOMBRE</a:t>
            </a:r>
          </a:p>
        </p:txBody>
      </p:sp>
      <p:sp>
        <p:nvSpPr>
          <p:cNvPr id="6" name="Slide Number Placeholder 5"/>
          <p:cNvSpPr>
            <a:spLocks noGrp="1"/>
          </p:cNvSpPr>
          <p:nvPr>
            <p:ph type="sldNum" sz="quarter" idx="12"/>
          </p:nvPr>
        </p:nvSpPr>
        <p:spPr/>
        <p:txBody>
          <a:bodyPr/>
          <a:lstStyle/>
          <a:p>
            <a:fld id="{9BF1773D-C84C-42E8-82E9-23B2760B8EC4}" type="slidenum">
              <a:rPr lang="en-US" smtClean="0"/>
              <a:t>‹Nº›</a:t>
            </a:fld>
            <a:endParaRPr lang="en-US"/>
          </a:p>
        </p:txBody>
      </p:sp>
    </p:spTree>
    <p:extLst>
      <p:ext uri="{BB962C8B-B14F-4D97-AF65-F5344CB8AC3E}">
        <p14:creationId xmlns:p14="http://schemas.microsoft.com/office/powerpoint/2010/main" val="33002727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5473FBF-7DC3-4C7B-ACA7-692215D5E0F7}" type="datetime1">
              <a:rPr lang="en-US" smtClean="0"/>
              <a:t>3/5/2026</a:t>
            </a:fld>
            <a:endParaRPr lang="en-US"/>
          </a:p>
        </p:txBody>
      </p:sp>
      <p:sp>
        <p:nvSpPr>
          <p:cNvPr id="4" name="Footer Placeholder 4"/>
          <p:cNvSpPr>
            <a:spLocks noGrp="1"/>
          </p:cNvSpPr>
          <p:nvPr>
            <p:ph type="ftr" sz="quarter" idx="11"/>
          </p:nvPr>
        </p:nvSpPr>
        <p:spPr/>
        <p:txBody>
          <a:bodyPr/>
          <a:lstStyle/>
          <a:p>
            <a:r>
              <a:rPr lang="en-US"/>
              <a:t>Autor: APELLIDO NOMBRE</a:t>
            </a:r>
          </a:p>
        </p:txBody>
      </p:sp>
      <p:sp>
        <p:nvSpPr>
          <p:cNvPr id="6" name="Slide Number Placeholder 5"/>
          <p:cNvSpPr>
            <a:spLocks noGrp="1"/>
          </p:cNvSpPr>
          <p:nvPr>
            <p:ph type="sldNum" sz="quarter" idx="12"/>
          </p:nvPr>
        </p:nvSpPr>
        <p:spPr/>
        <p:txBody>
          <a:bodyPr/>
          <a:lstStyle/>
          <a:p>
            <a:fld id="{9BF1773D-C84C-42E8-82E9-23B2760B8EC4}" type="slidenum">
              <a:rPr lang="en-US" smtClean="0"/>
              <a:t>‹Nº›</a:t>
            </a:fld>
            <a:endParaRPr lang="en-US"/>
          </a:p>
        </p:txBody>
      </p:sp>
    </p:spTree>
    <p:extLst>
      <p:ext uri="{BB962C8B-B14F-4D97-AF65-F5344CB8AC3E}">
        <p14:creationId xmlns:p14="http://schemas.microsoft.com/office/powerpoint/2010/main" val="4620922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64518A3-7267-4A96-B4F5-F76355F6B7C2}" type="datetime1">
              <a:rPr lang="en-US" smtClean="0"/>
              <a:t>3/5/2026</a:t>
            </a:fld>
            <a:endParaRPr lang="en-US"/>
          </a:p>
        </p:txBody>
      </p:sp>
      <p:sp>
        <p:nvSpPr>
          <p:cNvPr id="4" name="Footer Placeholder 4"/>
          <p:cNvSpPr>
            <a:spLocks noGrp="1"/>
          </p:cNvSpPr>
          <p:nvPr>
            <p:ph type="ftr" sz="quarter" idx="11"/>
          </p:nvPr>
        </p:nvSpPr>
        <p:spPr/>
        <p:txBody>
          <a:bodyPr/>
          <a:lstStyle/>
          <a:p>
            <a:r>
              <a:rPr lang="en-US"/>
              <a:t>Autor: APELLIDO NOMBRE</a:t>
            </a:r>
          </a:p>
        </p:txBody>
      </p:sp>
      <p:sp>
        <p:nvSpPr>
          <p:cNvPr id="6" name="Slide Number Placeholder 5"/>
          <p:cNvSpPr>
            <a:spLocks noGrp="1"/>
          </p:cNvSpPr>
          <p:nvPr>
            <p:ph type="sldNum" sz="quarter" idx="12"/>
          </p:nvPr>
        </p:nvSpPr>
        <p:spPr/>
        <p:txBody>
          <a:bodyPr/>
          <a:lstStyle/>
          <a:p>
            <a:fld id="{9BF1773D-C84C-42E8-82E9-23B2760B8EC4}" type="slidenum">
              <a:rPr lang="en-US" smtClean="0"/>
              <a:t>‹Nº›</a:t>
            </a:fld>
            <a:endParaRPr lang="en-US"/>
          </a:p>
        </p:txBody>
      </p:sp>
    </p:spTree>
    <p:extLst>
      <p:ext uri="{BB962C8B-B14F-4D97-AF65-F5344CB8AC3E}">
        <p14:creationId xmlns:p14="http://schemas.microsoft.com/office/powerpoint/2010/main" val="39598741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4790528-E435-4EF5-83E8-85006D0E3294}" type="datetime1">
              <a:rPr lang="en-US" smtClean="0"/>
              <a:t>3/5/2026</a:t>
            </a:fld>
            <a:endParaRPr lang="en-US"/>
          </a:p>
        </p:txBody>
      </p:sp>
      <p:sp>
        <p:nvSpPr>
          <p:cNvPr id="5" name="Footer Placeholder 4"/>
          <p:cNvSpPr>
            <a:spLocks noGrp="1"/>
          </p:cNvSpPr>
          <p:nvPr>
            <p:ph type="ftr" sz="quarter" idx="11"/>
          </p:nvPr>
        </p:nvSpPr>
        <p:spPr/>
        <p:txBody>
          <a:bodyPr/>
          <a:lstStyle/>
          <a:p>
            <a:r>
              <a:rPr lang="en-US"/>
              <a:t>Autor: APELLIDO NOMBRE</a:t>
            </a:r>
          </a:p>
        </p:txBody>
      </p:sp>
      <p:sp>
        <p:nvSpPr>
          <p:cNvPr id="6" name="Slide Number Placeholder 5"/>
          <p:cNvSpPr>
            <a:spLocks noGrp="1"/>
          </p:cNvSpPr>
          <p:nvPr>
            <p:ph type="sldNum" sz="quarter" idx="12"/>
          </p:nvPr>
        </p:nvSpPr>
        <p:spPr/>
        <p:txBody>
          <a:bodyPr/>
          <a:lstStyle/>
          <a:p>
            <a:fld id="{9BF1773D-C84C-42E8-82E9-23B2760B8EC4}" type="slidenum">
              <a:rPr lang="en-US" smtClean="0"/>
              <a:t>‹Nº›</a:t>
            </a:fld>
            <a:endParaRPr lang="en-US"/>
          </a:p>
        </p:txBody>
      </p:sp>
    </p:spTree>
    <p:extLst>
      <p:ext uri="{BB962C8B-B14F-4D97-AF65-F5344CB8AC3E}">
        <p14:creationId xmlns:p14="http://schemas.microsoft.com/office/powerpoint/2010/main" val="29250845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DBCDC07-6549-4D60-A6F9-FE1798CE7D6C}" type="datetime1">
              <a:rPr lang="en-US" smtClean="0"/>
              <a:t>3/5/2026</a:t>
            </a:fld>
            <a:endParaRPr lang="en-US"/>
          </a:p>
        </p:txBody>
      </p:sp>
      <p:sp>
        <p:nvSpPr>
          <p:cNvPr id="5" name="Footer Placeholder 4"/>
          <p:cNvSpPr>
            <a:spLocks noGrp="1"/>
          </p:cNvSpPr>
          <p:nvPr>
            <p:ph type="ftr" sz="quarter" idx="11"/>
          </p:nvPr>
        </p:nvSpPr>
        <p:spPr/>
        <p:txBody>
          <a:bodyPr/>
          <a:lstStyle/>
          <a:p>
            <a:r>
              <a:rPr lang="en-US"/>
              <a:t>Autor: APELLIDO NOMBRE</a:t>
            </a:r>
          </a:p>
        </p:txBody>
      </p:sp>
      <p:sp>
        <p:nvSpPr>
          <p:cNvPr id="6" name="Slide Number Placeholder 5"/>
          <p:cNvSpPr>
            <a:spLocks noGrp="1"/>
          </p:cNvSpPr>
          <p:nvPr>
            <p:ph type="sldNum" sz="quarter" idx="12"/>
          </p:nvPr>
        </p:nvSpPr>
        <p:spPr/>
        <p:txBody>
          <a:bodyPr/>
          <a:lstStyle/>
          <a:p>
            <a:fld id="{9BF1773D-C84C-42E8-82E9-23B2760B8EC4}" type="slidenum">
              <a:rPr lang="en-US" smtClean="0"/>
              <a:t>‹Nº›</a:t>
            </a:fld>
            <a:endParaRPr lang="en-US"/>
          </a:p>
        </p:txBody>
      </p:sp>
    </p:spTree>
    <p:extLst>
      <p:ext uri="{BB962C8B-B14F-4D97-AF65-F5344CB8AC3E}">
        <p14:creationId xmlns:p14="http://schemas.microsoft.com/office/powerpoint/2010/main" val="29688995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70C0">
            <a:alpha val="77000"/>
          </a:srgb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C"/>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EC"/>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F2BDCEDC-8EC1-41F3-94B2-EFA34B489B0C}" type="datetime1">
              <a:rPr lang="en-US" smtClean="0"/>
              <a:t>3/5/2026</a:t>
            </a:fld>
            <a:endParaRPr lang="en-US"/>
          </a:p>
        </p:txBody>
      </p:sp>
      <p:sp>
        <p:nvSpPr>
          <p:cNvPr id="5" name="Footer Placeholder 4"/>
          <p:cNvSpPr>
            <a:spLocks noGrp="1"/>
          </p:cNvSpPr>
          <p:nvPr>
            <p:ph type="ftr" sz="quarter" idx="3"/>
          </p:nvPr>
        </p:nvSpPr>
        <p:spPr>
          <a:xfrm>
            <a:off x="1103312" y="64388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r>
              <a:rPr lang="en-US"/>
              <a:t>Autor: APELLIDO NOMBRE</a:t>
            </a:r>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1800" b="0" i="0">
                <a:solidFill>
                  <a:schemeClr val="tx1">
                    <a:tint val="75000"/>
                  </a:schemeClr>
                </a:solidFill>
              </a:defRPr>
            </a:lvl1pPr>
          </a:lstStyle>
          <a:p>
            <a:fld id="{9BF1773D-C84C-42E8-82E9-23B2760B8EC4}" type="slidenum">
              <a:rPr lang="en-US" smtClean="0"/>
              <a:pPr/>
              <a:t>‹Nº›</a:t>
            </a:fld>
            <a:endParaRPr lang="en-US"/>
          </a:p>
          <a:p>
            <a:r>
              <a:rPr lang="en-US" sz="1600"/>
              <a:t> / 10</a:t>
            </a:r>
          </a:p>
        </p:txBody>
      </p:sp>
    </p:spTree>
    <p:extLst>
      <p:ext uri="{BB962C8B-B14F-4D97-AF65-F5344CB8AC3E}">
        <p14:creationId xmlns:p14="http://schemas.microsoft.com/office/powerpoint/2010/main" val="1346094841"/>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Lst>
  <p:hf hd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slideLayout" Target="../slideLayouts/slideLayout2.xml"/><Relationship Id="rId1" Type="http://schemas.openxmlformats.org/officeDocument/2006/relationships/themeOverride" Target="../theme/themeOverride1.xml"/><Relationship Id="rId4" Type="http://schemas.openxmlformats.org/officeDocument/2006/relationships/image" Target="../media/image10.jpe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2.xml"/><Relationship Id="rId1" Type="http://schemas.openxmlformats.org/officeDocument/2006/relationships/themeOverride" Target="../theme/themeOverride2.xml"/><Relationship Id="rId4" Type="http://schemas.openxmlformats.org/officeDocument/2006/relationships/image" Target="../media/image12.jpe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2.xml"/><Relationship Id="rId1" Type="http://schemas.openxmlformats.org/officeDocument/2006/relationships/themeOverride" Target="../theme/themeOverride3.xml"/><Relationship Id="rId4" Type="http://schemas.openxmlformats.org/officeDocument/2006/relationships/image" Target="../media/image13.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6.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7.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8.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98076-7AE8-EFAA-CA63-083D5B76853A}"/>
              </a:ext>
            </a:extLst>
          </p:cNvPr>
          <p:cNvSpPr>
            <a:spLocks noGrp="1"/>
          </p:cNvSpPr>
          <p:nvPr>
            <p:ph type="ctrTitle"/>
          </p:nvPr>
        </p:nvSpPr>
        <p:spPr>
          <a:xfrm>
            <a:off x="1154955" y="1447800"/>
            <a:ext cx="10493706" cy="3329581"/>
          </a:xfrm>
        </p:spPr>
        <p:txBody>
          <a:bodyPr/>
          <a:lstStyle/>
          <a:p>
            <a:pPr algn="ctr"/>
            <a:r>
              <a:rPr lang="es-EC" sz="5400">
                <a:ea typeface="+mj-lt"/>
                <a:cs typeface="+mj-lt"/>
              </a:rPr>
              <a:t>Creación de un juego serio para el aprendizaje de grafos dirigidos y no dirigidos .</a:t>
            </a:r>
            <a:endParaRPr lang="es-ES" sz="5400"/>
          </a:p>
        </p:txBody>
      </p:sp>
      <p:sp>
        <p:nvSpPr>
          <p:cNvPr id="3" name="Subtitle 2">
            <a:extLst>
              <a:ext uri="{FF2B5EF4-FFF2-40B4-BE49-F238E27FC236}">
                <a16:creationId xmlns:a16="http://schemas.microsoft.com/office/drawing/2014/main" id="{E02C96E8-05FC-70AB-2016-228667A1677C}"/>
              </a:ext>
            </a:extLst>
          </p:cNvPr>
          <p:cNvSpPr>
            <a:spLocks noGrp="1"/>
          </p:cNvSpPr>
          <p:nvPr>
            <p:ph type="subTitle" idx="1"/>
          </p:nvPr>
        </p:nvSpPr>
        <p:spPr>
          <a:xfrm>
            <a:off x="1154955" y="5200381"/>
            <a:ext cx="9609123" cy="1158199"/>
          </a:xfrm>
        </p:spPr>
        <p:txBody>
          <a:bodyPr>
            <a:normAutofit fontScale="92500" lnSpcReduction="20000"/>
          </a:bodyPr>
          <a:lstStyle/>
          <a:p>
            <a:r>
              <a:rPr lang="es-EC" b="1" dirty="0">
                <a:solidFill>
                  <a:srgbClr val="F28B1C"/>
                </a:solidFill>
                <a:latin typeface="Verdana"/>
                <a:ea typeface="Verdana"/>
                <a:cs typeface="Verdana" panose="020B0604030504040204" pitchFamily="34" charset="0"/>
              </a:rPr>
              <a:t>Elaborado</a:t>
            </a:r>
            <a:r>
              <a:rPr lang="en-US" b="1" dirty="0">
                <a:solidFill>
                  <a:srgbClr val="F28B1C"/>
                </a:solidFill>
                <a:latin typeface="Verdana"/>
                <a:ea typeface="Verdana"/>
                <a:cs typeface="Verdana" panose="020B0604030504040204" pitchFamily="34" charset="0"/>
              </a:rPr>
              <a:t> Por: </a:t>
            </a:r>
            <a:r>
              <a:rPr lang="en-US" b="1" dirty="0">
                <a:solidFill>
                  <a:schemeClr val="tx1"/>
                </a:solidFill>
                <a:latin typeface="Verdana"/>
                <a:ea typeface="Verdana"/>
                <a:cs typeface="Verdana" panose="020B0604030504040204" pitchFamily="34" charset="0"/>
              </a:rPr>
              <a:t>Moises Arequipa                                                           </a:t>
            </a:r>
            <a:r>
              <a:rPr lang="en-US" b="1" dirty="0">
                <a:solidFill>
                  <a:srgbClr val="F28B1C"/>
                </a:solidFill>
                <a:latin typeface="Verdana"/>
                <a:ea typeface="Verdana"/>
                <a:cs typeface="Verdana" panose="020B0604030504040204" pitchFamily="34" charset="0"/>
              </a:rPr>
              <a:t>DIRECTORA: </a:t>
            </a:r>
            <a:r>
              <a:rPr lang="en-US" b="1" dirty="0">
                <a:solidFill>
                  <a:schemeClr val="tx1"/>
                </a:solidFill>
                <a:latin typeface="Verdana"/>
                <a:ea typeface="Verdana"/>
                <a:cs typeface="Verdana" panose="020B0604030504040204" pitchFamily="34" charset="0"/>
              </a:rPr>
              <a:t>Dra. </a:t>
            </a:r>
            <a:r>
              <a:rPr lang="en-US" b="1" dirty="0" err="1">
                <a:solidFill>
                  <a:schemeClr val="tx1"/>
                </a:solidFill>
                <a:latin typeface="Verdana"/>
                <a:ea typeface="Verdana"/>
                <a:cs typeface="Verdana" panose="020B0604030504040204" pitchFamily="34" charset="0"/>
              </a:rPr>
              <a:t>mayra</a:t>
            </a:r>
            <a:r>
              <a:rPr lang="en-US" b="1">
                <a:solidFill>
                  <a:schemeClr val="tx1"/>
                </a:solidFill>
                <a:latin typeface="Verdana"/>
                <a:ea typeface="Verdana"/>
                <a:cs typeface="Verdana" panose="020B0604030504040204" pitchFamily="34" charset="0"/>
              </a:rPr>
              <a:t> carrion tor</a:t>
            </a:r>
            <a:r>
              <a:rPr lang="en-US">
                <a:solidFill>
                  <a:schemeClr val="tx1"/>
                </a:solidFill>
                <a:ea typeface="+mj-lt"/>
                <a:cs typeface="+mj-lt"/>
              </a:rPr>
              <a:t>O</a:t>
            </a:r>
            <a:endParaRPr lang="en-US" dirty="0">
              <a:solidFill>
                <a:schemeClr val="tx1"/>
              </a:solidFill>
              <a:ea typeface="+mj-lt"/>
              <a:cs typeface="+mj-lt"/>
            </a:endParaRPr>
          </a:p>
          <a:p>
            <a:r>
              <a:rPr lang="en-US" dirty="0">
                <a:solidFill>
                  <a:schemeClr val="tx1"/>
                </a:solidFill>
                <a:ea typeface="+mj-lt"/>
                <a:cs typeface="+mj-lt"/>
              </a:rPr>
              <a:t>No </a:t>
            </a:r>
            <a:r>
              <a:rPr lang="en-US" dirty="0" err="1">
                <a:solidFill>
                  <a:schemeClr val="tx1"/>
                </a:solidFill>
                <a:ea typeface="+mj-lt"/>
                <a:cs typeface="+mj-lt"/>
              </a:rPr>
              <a:t>importa</a:t>
            </a:r>
            <a:r>
              <a:rPr lang="en-US" dirty="0">
                <a:solidFill>
                  <a:schemeClr val="tx1"/>
                </a:solidFill>
                <a:ea typeface="+mj-lt"/>
                <a:cs typeface="+mj-lt"/>
              </a:rPr>
              <a:t> la forma exacta de las </a:t>
            </a:r>
            <a:r>
              <a:rPr lang="en-US" dirty="0" err="1">
                <a:solidFill>
                  <a:schemeClr val="tx1"/>
                </a:solidFill>
                <a:ea typeface="+mj-lt"/>
                <a:cs typeface="+mj-lt"/>
              </a:rPr>
              <a:t>cosas</a:t>
            </a:r>
            <a:r>
              <a:rPr lang="en-US" dirty="0">
                <a:solidFill>
                  <a:schemeClr val="tx1"/>
                </a:solidFill>
                <a:ea typeface="+mj-lt"/>
                <a:cs typeface="+mj-lt"/>
              </a:rPr>
              <a:t>, </a:t>
            </a:r>
            <a:r>
              <a:rPr lang="en-US" dirty="0" err="1">
                <a:solidFill>
                  <a:schemeClr val="tx1"/>
                </a:solidFill>
                <a:ea typeface="+mj-lt"/>
                <a:cs typeface="+mj-lt"/>
              </a:rPr>
              <a:t>sino</a:t>
            </a:r>
            <a:r>
              <a:rPr lang="en-US" dirty="0">
                <a:solidFill>
                  <a:schemeClr val="tx1"/>
                </a:solidFill>
                <a:ea typeface="+mj-lt"/>
                <a:cs typeface="+mj-lt"/>
              </a:rPr>
              <a:t> </a:t>
            </a:r>
            <a:r>
              <a:rPr lang="en-US" dirty="0" err="1">
                <a:solidFill>
                  <a:schemeClr val="tx1"/>
                </a:solidFill>
                <a:ea typeface="+mj-lt"/>
                <a:cs typeface="+mj-lt"/>
              </a:rPr>
              <a:t>cómo</a:t>
            </a:r>
            <a:r>
              <a:rPr lang="en-US" dirty="0">
                <a:solidFill>
                  <a:schemeClr val="tx1"/>
                </a:solidFill>
                <a:ea typeface="+mj-lt"/>
                <a:cs typeface="+mj-lt"/>
              </a:rPr>
              <a:t> </a:t>
            </a:r>
            <a:r>
              <a:rPr lang="en-US" dirty="0" err="1">
                <a:solidFill>
                  <a:schemeClr val="tx1"/>
                </a:solidFill>
                <a:ea typeface="+mj-lt"/>
                <a:cs typeface="+mj-lt"/>
              </a:rPr>
              <a:t>están</a:t>
            </a:r>
            <a:r>
              <a:rPr lang="en-US" dirty="0">
                <a:solidFill>
                  <a:schemeClr val="tx1"/>
                </a:solidFill>
                <a:ea typeface="+mj-lt"/>
                <a:cs typeface="+mj-lt"/>
              </a:rPr>
              <a:t> </a:t>
            </a:r>
            <a:r>
              <a:rPr lang="en-US" dirty="0" err="1">
                <a:solidFill>
                  <a:schemeClr val="tx1"/>
                </a:solidFill>
                <a:ea typeface="+mj-lt"/>
                <a:cs typeface="+mj-lt"/>
              </a:rPr>
              <a:t>conectadas</a:t>
            </a:r>
            <a:r>
              <a:rPr lang="en-US" dirty="0">
                <a:solidFill>
                  <a:schemeClr val="tx1"/>
                </a:solidFill>
                <a:ea typeface="+mj-lt"/>
                <a:cs typeface="+mj-lt"/>
              </a:rPr>
              <a:t>.”</a:t>
            </a:r>
            <a:endParaRPr lang="en-US" b="1">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1111698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5FC02-EE5A-02E2-C83E-F2B4B3F1EBE4}"/>
              </a:ext>
            </a:extLst>
          </p:cNvPr>
          <p:cNvSpPr>
            <a:spLocks noGrp="1"/>
          </p:cNvSpPr>
          <p:nvPr>
            <p:ph type="title"/>
          </p:nvPr>
        </p:nvSpPr>
        <p:spPr/>
        <p:txBody>
          <a:bodyPr/>
          <a:lstStyle/>
          <a:p>
            <a:pPr algn="ctr"/>
            <a:r>
              <a:rPr lang="es-EC" b="1">
                <a:solidFill>
                  <a:srgbClr val="FF9D22"/>
                </a:solidFill>
              </a:rPr>
              <a:t>CONTENIDO</a:t>
            </a:r>
            <a:r>
              <a:rPr lang="es-EC" b="1"/>
              <a:t>	</a:t>
            </a:r>
          </a:p>
        </p:txBody>
      </p:sp>
      <p:sp>
        <p:nvSpPr>
          <p:cNvPr id="3" name="Content Placeholder 2">
            <a:extLst>
              <a:ext uri="{FF2B5EF4-FFF2-40B4-BE49-F238E27FC236}">
                <a16:creationId xmlns:a16="http://schemas.microsoft.com/office/drawing/2014/main" id="{E1E02C33-9081-21BF-A77F-D049CAD47E5B}"/>
              </a:ext>
            </a:extLst>
          </p:cNvPr>
          <p:cNvSpPr>
            <a:spLocks noGrp="1"/>
          </p:cNvSpPr>
          <p:nvPr>
            <p:ph idx="1"/>
          </p:nvPr>
        </p:nvSpPr>
        <p:spPr/>
        <p:txBody>
          <a:bodyPr>
            <a:normAutofit/>
          </a:bodyPr>
          <a:lstStyle/>
          <a:p>
            <a:r>
              <a:rPr lang="es-EC" b="1"/>
              <a:t>Problema</a:t>
            </a:r>
          </a:p>
          <a:p>
            <a:r>
              <a:rPr lang="es-EC" b="1"/>
              <a:t>Objetivos</a:t>
            </a:r>
          </a:p>
          <a:p>
            <a:r>
              <a:rPr lang="es-EC" b="1"/>
              <a:t>Propuesta</a:t>
            </a:r>
          </a:p>
          <a:p>
            <a:r>
              <a:rPr lang="es-EC" b="1"/>
              <a:t>Metodología </a:t>
            </a:r>
          </a:p>
          <a:p>
            <a:r>
              <a:rPr lang="es-EC" b="1"/>
              <a:t>Prototipado</a:t>
            </a:r>
          </a:p>
          <a:p>
            <a:r>
              <a:rPr lang="es-EC" b="1"/>
              <a:t>Conclusiones</a:t>
            </a:r>
          </a:p>
          <a:p>
            <a:endParaRPr lang="es-EC"/>
          </a:p>
        </p:txBody>
      </p:sp>
      <p:sp>
        <p:nvSpPr>
          <p:cNvPr id="6" name="Footer Placeholder 5">
            <a:extLst>
              <a:ext uri="{FF2B5EF4-FFF2-40B4-BE49-F238E27FC236}">
                <a16:creationId xmlns:a16="http://schemas.microsoft.com/office/drawing/2014/main" id="{F5DE3423-0CCC-46F2-D103-454637DBF887}"/>
              </a:ext>
            </a:extLst>
          </p:cNvPr>
          <p:cNvSpPr>
            <a:spLocks noGrp="1"/>
          </p:cNvSpPr>
          <p:nvPr>
            <p:ph type="ftr" sz="quarter" idx="11"/>
          </p:nvPr>
        </p:nvSpPr>
        <p:spPr/>
        <p:txBody>
          <a:bodyPr/>
          <a:lstStyle/>
          <a:p>
            <a:r>
              <a:rPr lang="en-US"/>
              <a:t>Autor: APELLIDO NOMBRE</a:t>
            </a:r>
          </a:p>
        </p:txBody>
      </p:sp>
      <p:sp>
        <p:nvSpPr>
          <p:cNvPr id="8" name="Slide Number Placeholder 7">
            <a:extLst>
              <a:ext uri="{FF2B5EF4-FFF2-40B4-BE49-F238E27FC236}">
                <a16:creationId xmlns:a16="http://schemas.microsoft.com/office/drawing/2014/main" id="{E97158F6-9FF3-EC59-10CC-B89E39167423}"/>
              </a:ext>
            </a:extLst>
          </p:cNvPr>
          <p:cNvSpPr>
            <a:spLocks noGrp="1"/>
          </p:cNvSpPr>
          <p:nvPr>
            <p:ph type="sldNum" sz="quarter" idx="12"/>
          </p:nvPr>
        </p:nvSpPr>
        <p:spPr/>
        <p:txBody>
          <a:bodyPr/>
          <a:lstStyle/>
          <a:p>
            <a:fld id="{9BF1773D-C84C-42E8-82E9-23B2760B8EC4}" type="slidenum">
              <a:rPr lang="en-US" smtClean="0"/>
              <a:pPr/>
              <a:t>2</a:t>
            </a:fld>
            <a:r>
              <a:rPr lang="en-US"/>
              <a:t> / 11</a:t>
            </a:r>
          </a:p>
        </p:txBody>
      </p:sp>
    </p:spTree>
    <p:extLst>
      <p:ext uri="{BB962C8B-B14F-4D97-AF65-F5344CB8AC3E}">
        <p14:creationId xmlns:p14="http://schemas.microsoft.com/office/powerpoint/2010/main" val="2894064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5A053-9A7B-2821-41B6-6F596C1ABFC8}"/>
              </a:ext>
            </a:extLst>
          </p:cNvPr>
          <p:cNvSpPr>
            <a:spLocks noGrp="1"/>
          </p:cNvSpPr>
          <p:nvPr>
            <p:ph type="title"/>
          </p:nvPr>
        </p:nvSpPr>
        <p:spPr/>
        <p:txBody>
          <a:bodyPr/>
          <a:lstStyle/>
          <a:p>
            <a:r>
              <a:rPr lang="es-EC" b="1">
                <a:solidFill>
                  <a:srgbClr val="F28B1C"/>
                </a:solidFill>
              </a:rPr>
              <a:t>PROBLEMA</a:t>
            </a:r>
            <a:endParaRPr lang="en-US" b="1">
              <a:solidFill>
                <a:srgbClr val="F28B1C"/>
              </a:solidFill>
            </a:endParaRPr>
          </a:p>
        </p:txBody>
      </p:sp>
      <p:sp>
        <p:nvSpPr>
          <p:cNvPr id="3" name="Content Placeholder 2">
            <a:extLst>
              <a:ext uri="{FF2B5EF4-FFF2-40B4-BE49-F238E27FC236}">
                <a16:creationId xmlns:a16="http://schemas.microsoft.com/office/drawing/2014/main" id="{09AF2B9F-13B4-4259-07CC-625A0072965B}"/>
              </a:ext>
            </a:extLst>
          </p:cNvPr>
          <p:cNvSpPr>
            <a:spLocks noGrp="1"/>
          </p:cNvSpPr>
          <p:nvPr>
            <p:ph idx="1"/>
          </p:nvPr>
        </p:nvSpPr>
        <p:spPr>
          <a:xfrm>
            <a:off x="477011" y="1332671"/>
            <a:ext cx="9395391" cy="2911564"/>
          </a:xfrm>
        </p:spPr>
        <p:txBody>
          <a:bodyPr vert="horz" lIns="91440" tIns="45720" rIns="91440" bIns="45720" rtlCol="0" anchor="t">
            <a:normAutofit/>
          </a:bodyPr>
          <a:lstStyle/>
          <a:p>
            <a:endParaRPr lang="es-EC"/>
          </a:p>
          <a:p>
            <a:r>
              <a:rPr lang="es-EC" sz="1800">
                <a:ea typeface="+mj-lt"/>
                <a:cs typeface="+mj-lt"/>
              </a:rPr>
              <a:t>La educación actual enfrenta una urgencia ineludible: adaptar sus métodos a una generación de nativos digitales, un desafío que se vuelve crítico en la enseñanza de la computación. Específicamente, el aprendizaje de la teoría de grafos presenta una barrera pedagógica significativa debido a su alta abstracción y la excesiva carga cognitiva que impone al estudiante [1][2].</a:t>
            </a:r>
            <a:br>
              <a:rPr lang="es-EC" sz="1800">
                <a:latin typeface="Calibri" panose="020F0502020204030204" pitchFamily="34" charset="0"/>
              </a:rPr>
            </a:br>
            <a:endParaRPr lang="en-US"/>
          </a:p>
        </p:txBody>
      </p:sp>
      <p:sp>
        <p:nvSpPr>
          <p:cNvPr id="4" name="Footer Placeholder 3">
            <a:extLst>
              <a:ext uri="{FF2B5EF4-FFF2-40B4-BE49-F238E27FC236}">
                <a16:creationId xmlns:a16="http://schemas.microsoft.com/office/drawing/2014/main" id="{AA141C12-49EA-F686-9ACD-8D22F2CF94D8}"/>
              </a:ext>
            </a:extLst>
          </p:cNvPr>
          <p:cNvSpPr>
            <a:spLocks noGrp="1"/>
          </p:cNvSpPr>
          <p:nvPr>
            <p:ph type="ftr" sz="quarter" idx="11"/>
          </p:nvPr>
        </p:nvSpPr>
        <p:spPr/>
        <p:txBody>
          <a:bodyPr/>
          <a:lstStyle/>
          <a:p>
            <a:r>
              <a:rPr lang="en-US"/>
              <a:t>Autor: APELLIDO NOMBRE</a:t>
            </a:r>
          </a:p>
        </p:txBody>
      </p:sp>
      <p:sp>
        <p:nvSpPr>
          <p:cNvPr id="6" name="Slide Number Placeholder 5">
            <a:extLst>
              <a:ext uri="{FF2B5EF4-FFF2-40B4-BE49-F238E27FC236}">
                <a16:creationId xmlns:a16="http://schemas.microsoft.com/office/drawing/2014/main" id="{DD5E2EEB-FEDD-B05E-2C46-23F0DC59718D}"/>
              </a:ext>
            </a:extLst>
          </p:cNvPr>
          <p:cNvSpPr>
            <a:spLocks noGrp="1"/>
          </p:cNvSpPr>
          <p:nvPr>
            <p:ph type="sldNum" sz="quarter" idx="12"/>
          </p:nvPr>
        </p:nvSpPr>
        <p:spPr/>
        <p:txBody>
          <a:bodyPr/>
          <a:lstStyle/>
          <a:p>
            <a:fld id="{9BF1773D-C84C-42E8-82E9-23B2760B8EC4}" type="slidenum">
              <a:rPr lang="en-US" smtClean="0"/>
              <a:pPr/>
              <a:t>3</a:t>
            </a:fld>
            <a:endParaRPr lang="en-US"/>
          </a:p>
          <a:p>
            <a:r>
              <a:rPr lang="en-US"/>
              <a:t> / 11</a:t>
            </a:r>
          </a:p>
        </p:txBody>
      </p:sp>
      <p:sp>
        <p:nvSpPr>
          <p:cNvPr id="7" name="CuadroTexto 6">
            <a:extLst>
              <a:ext uri="{FF2B5EF4-FFF2-40B4-BE49-F238E27FC236}">
                <a16:creationId xmlns:a16="http://schemas.microsoft.com/office/drawing/2014/main" id="{FEA7F80A-C8A3-4996-524F-536515103E0A}"/>
              </a:ext>
            </a:extLst>
          </p:cNvPr>
          <p:cNvSpPr txBox="1"/>
          <p:nvPr/>
        </p:nvSpPr>
        <p:spPr>
          <a:xfrm>
            <a:off x="9204579" y="0"/>
            <a:ext cx="1690547" cy="877163"/>
          </a:xfrm>
          <a:prstGeom prst="rect">
            <a:avLst/>
          </a:prstGeom>
          <a:noFill/>
        </p:spPr>
        <p:txBody>
          <a:bodyPr wrap="square">
            <a:spAutoFit/>
          </a:bodyPr>
          <a:lstStyle/>
          <a:p>
            <a:pPr lvl="0">
              <a:tabLst>
                <a:tab pos="457200" algn="l"/>
              </a:tabLst>
            </a:pPr>
            <a:r>
              <a:rPr lang="es-EC" sz="850" b="1" kern="100">
                <a:solidFill>
                  <a:srgbClr val="F28B1C"/>
                </a:solidFill>
                <a:latin typeface="Aptos" panose="020B0004020202020204" pitchFamily="34" charset="0"/>
                <a:cs typeface="Times New Roman" panose="02020603050405020304" pitchFamily="18" charset="0"/>
              </a:rPr>
              <a:t>1. PROBLEMA</a:t>
            </a:r>
          </a:p>
          <a:p>
            <a:pPr>
              <a:tabLst>
                <a:tab pos="457200" algn="l"/>
              </a:tabLst>
            </a:pPr>
            <a:r>
              <a:rPr lang="es-EC" sz="850" kern="100">
                <a:latin typeface="Aptos" panose="020B0004020202020204" pitchFamily="34" charset="0"/>
                <a:cs typeface="Times New Roman" panose="02020603050405020304" pitchFamily="18" charset="0"/>
              </a:rPr>
              <a:t>2. OBJETIVOS</a:t>
            </a:r>
          </a:p>
          <a:p>
            <a:pPr lvl="0">
              <a:tabLst>
                <a:tab pos="457200" algn="l"/>
              </a:tabLst>
            </a:pPr>
            <a:r>
              <a:rPr lang="es-EC" sz="850" kern="100">
                <a:effectLst/>
                <a:latin typeface="Aptos" panose="020B0004020202020204" pitchFamily="34" charset="0"/>
                <a:ea typeface="Aptos" panose="020B0004020202020204" pitchFamily="34" charset="0"/>
                <a:cs typeface="Times New Roman" panose="02020603050405020304" pitchFamily="18" charset="0"/>
              </a:rPr>
              <a:t>3. PROPUESTA</a:t>
            </a:r>
          </a:p>
          <a:p>
            <a:pPr lvl="0">
              <a:tabLst>
                <a:tab pos="457200" algn="l"/>
              </a:tabLst>
            </a:pPr>
            <a:r>
              <a:rPr lang="es-EC" sz="850" kern="100">
                <a:latin typeface="Aptos" panose="020B0004020202020204" pitchFamily="34" charset="0"/>
                <a:ea typeface="Aptos" panose="020B0004020202020204" pitchFamily="34" charset="0"/>
                <a:cs typeface="Times New Roman" panose="02020603050405020304" pitchFamily="18" charset="0"/>
              </a:rPr>
              <a:t>4. METODOLOGIA</a:t>
            </a:r>
            <a:endParaRPr lang="es-EC" sz="850" kern="100">
              <a:effectLst/>
              <a:latin typeface="Aptos" panose="020B0004020202020204" pitchFamily="34" charset="0"/>
              <a:ea typeface="Aptos" panose="020B0004020202020204" pitchFamily="34" charset="0"/>
              <a:cs typeface="Times New Roman" panose="02020603050405020304" pitchFamily="18" charset="0"/>
            </a:endParaRPr>
          </a:p>
          <a:p>
            <a:pPr lvl="0">
              <a:tabLst>
                <a:tab pos="457200" algn="l"/>
              </a:tabLst>
            </a:pPr>
            <a:r>
              <a:rPr lang="es-EC" sz="850" kern="100">
                <a:effectLst/>
                <a:latin typeface="Aptos" panose="020B0004020202020204" pitchFamily="34" charset="0"/>
                <a:ea typeface="Aptos" panose="020B0004020202020204" pitchFamily="34" charset="0"/>
                <a:cs typeface="Times New Roman" panose="02020603050405020304" pitchFamily="18" charset="0"/>
              </a:rPr>
              <a:t>4. PROTOTIPO</a:t>
            </a:r>
          </a:p>
          <a:p>
            <a:pPr lvl="0">
              <a:tabLst>
                <a:tab pos="457200" algn="l"/>
              </a:tabLst>
            </a:pPr>
            <a:r>
              <a:rPr lang="es-EC" sz="850" kern="100">
                <a:latin typeface="Aptos" panose="020B0004020202020204" pitchFamily="34" charset="0"/>
                <a:ea typeface="Aptos" panose="020B0004020202020204" pitchFamily="34" charset="0"/>
                <a:cs typeface="Times New Roman" panose="02020603050405020304" pitchFamily="18" charset="0"/>
              </a:rPr>
              <a:t>8 CONCLUSIONES</a:t>
            </a:r>
            <a:endParaRPr lang="es-EC" sz="850" kern="10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8" name="Imagen 7" descr="Abstracción: qué es, significado y tipos - Enciclopedia Significados">
            <a:extLst>
              <a:ext uri="{FF2B5EF4-FFF2-40B4-BE49-F238E27FC236}">
                <a16:creationId xmlns:a16="http://schemas.microsoft.com/office/drawing/2014/main" id="{04D163BA-FC3B-39EE-A238-CDA1DA11D34F}"/>
              </a:ext>
            </a:extLst>
          </p:cNvPr>
          <p:cNvPicPr>
            <a:picLocks noChangeAspect="1"/>
          </p:cNvPicPr>
          <p:nvPr/>
        </p:nvPicPr>
        <p:blipFill>
          <a:blip r:embed="rId3"/>
          <a:stretch>
            <a:fillRect/>
          </a:stretch>
        </p:blipFill>
        <p:spPr>
          <a:xfrm>
            <a:off x="5350506" y="3276078"/>
            <a:ext cx="4267591" cy="2403953"/>
          </a:xfrm>
          <a:prstGeom prst="rect">
            <a:avLst/>
          </a:prstGeom>
        </p:spPr>
      </p:pic>
      <p:pic>
        <p:nvPicPr>
          <p:cNvPr id="9" name="Imagen 8" descr="Augusto Cury: el psiquiatra que dice que el &quot;síndrome del pensamiento  acelerado&quot; es el mal de este siglo - BBC News Mundo">
            <a:extLst>
              <a:ext uri="{FF2B5EF4-FFF2-40B4-BE49-F238E27FC236}">
                <a16:creationId xmlns:a16="http://schemas.microsoft.com/office/drawing/2014/main" id="{D6DC8386-F333-6C00-AF92-C4483717A2FB}"/>
              </a:ext>
            </a:extLst>
          </p:cNvPr>
          <p:cNvPicPr>
            <a:picLocks noChangeAspect="1"/>
          </p:cNvPicPr>
          <p:nvPr/>
        </p:nvPicPr>
        <p:blipFill>
          <a:blip r:embed="rId4"/>
          <a:stretch>
            <a:fillRect/>
          </a:stretch>
        </p:blipFill>
        <p:spPr>
          <a:xfrm>
            <a:off x="1086893" y="3276078"/>
            <a:ext cx="3849144" cy="2403953"/>
          </a:xfrm>
          <a:prstGeom prst="rect">
            <a:avLst/>
          </a:prstGeom>
        </p:spPr>
      </p:pic>
    </p:spTree>
    <p:extLst>
      <p:ext uri="{BB962C8B-B14F-4D97-AF65-F5344CB8AC3E}">
        <p14:creationId xmlns:p14="http://schemas.microsoft.com/office/powerpoint/2010/main" val="3452564889"/>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69D7A-9526-A515-23D3-FDF1E877138A}"/>
              </a:ext>
            </a:extLst>
          </p:cNvPr>
          <p:cNvSpPr>
            <a:spLocks noGrp="1"/>
          </p:cNvSpPr>
          <p:nvPr>
            <p:ph type="title"/>
          </p:nvPr>
        </p:nvSpPr>
        <p:spPr>
          <a:xfrm>
            <a:off x="645130" y="462767"/>
            <a:ext cx="9404723" cy="1400530"/>
          </a:xfrm>
        </p:spPr>
        <p:txBody>
          <a:bodyPr/>
          <a:lstStyle/>
          <a:p>
            <a:r>
              <a:rPr lang="es-EC" b="1">
                <a:solidFill>
                  <a:srgbClr val="F28B1C"/>
                </a:solidFill>
              </a:rPr>
              <a:t>OBJETIVOS</a:t>
            </a:r>
            <a:endParaRPr lang="en-US" b="1">
              <a:solidFill>
                <a:srgbClr val="F28B1C"/>
              </a:solidFill>
            </a:endParaRPr>
          </a:p>
        </p:txBody>
      </p:sp>
      <p:sp>
        <p:nvSpPr>
          <p:cNvPr id="3" name="Content Placeholder 2">
            <a:extLst>
              <a:ext uri="{FF2B5EF4-FFF2-40B4-BE49-F238E27FC236}">
                <a16:creationId xmlns:a16="http://schemas.microsoft.com/office/drawing/2014/main" id="{E0321E98-5312-80CA-F112-99E04BAADAC4}"/>
              </a:ext>
            </a:extLst>
          </p:cNvPr>
          <p:cNvSpPr>
            <a:spLocks noGrp="1"/>
          </p:cNvSpPr>
          <p:nvPr>
            <p:ph idx="1"/>
          </p:nvPr>
        </p:nvSpPr>
        <p:spPr>
          <a:xfrm>
            <a:off x="1103312" y="1395302"/>
            <a:ext cx="8101034" cy="2514906"/>
          </a:xfrm>
        </p:spPr>
        <p:txBody>
          <a:bodyPr vert="horz" lIns="91440" tIns="45720" rIns="91440" bIns="45720" rtlCol="0" anchor="t">
            <a:noAutofit/>
          </a:bodyPr>
          <a:lstStyle/>
          <a:p>
            <a:r>
              <a:rPr lang="es-EC" sz="2200">
                <a:solidFill>
                  <a:srgbClr val="000000"/>
                </a:solidFill>
                <a:effectLst/>
                <a:latin typeface="Calibri"/>
                <a:ea typeface="Calibri"/>
                <a:cs typeface="Calibri"/>
              </a:rPr>
              <a:t>Desarrollar un juego serio educativo en la plataforma </a:t>
            </a:r>
            <a:r>
              <a:rPr lang="es-EC" sz="2200" err="1">
                <a:solidFill>
                  <a:srgbClr val="000000"/>
                </a:solidFill>
                <a:effectLst/>
                <a:latin typeface="Calibri"/>
                <a:ea typeface="Calibri"/>
                <a:cs typeface="Calibri"/>
              </a:rPr>
              <a:t>Roblox</a:t>
            </a:r>
            <a:r>
              <a:rPr lang="es-EC" sz="2200">
                <a:solidFill>
                  <a:srgbClr val="000000"/>
                </a:solidFill>
                <a:effectLst/>
                <a:latin typeface="Calibri"/>
                <a:ea typeface="Calibri"/>
                <a:cs typeface="Calibri"/>
              </a:rPr>
              <a:t> que permita la modelación y simulación interactiva de </a:t>
            </a:r>
            <a:r>
              <a:rPr lang="es-EC" sz="2200">
                <a:solidFill>
                  <a:srgbClr val="000000"/>
                </a:solidFill>
                <a:latin typeface="Calibri"/>
                <a:ea typeface="Calibri"/>
                <a:cs typeface="Calibri"/>
              </a:rPr>
              <a:t>grafos dirigidos y</a:t>
            </a:r>
            <a:r>
              <a:rPr lang="es-EC" sz="2200">
                <a:solidFill>
                  <a:srgbClr val="000000"/>
                </a:solidFill>
                <a:effectLst/>
                <a:latin typeface="Calibri"/>
                <a:ea typeface="Calibri"/>
                <a:cs typeface="Calibri"/>
              </a:rPr>
              <a:t> no </a:t>
            </a:r>
            <a:r>
              <a:rPr lang="es-EC" sz="2200">
                <a:solidFill>
                  <a:srgbClr val="000000"/>
                </a:solidFill>
                <a:latin typeface="Calibri"/>
                <a:ea typeface="Calibri"/>
                <a:cs typeface="Calibri"/>
              </a:rPr>
              <a:t>dirigidos</a:t>
            </a:r>
            <a:r>
              <a:rPr lang="es-EC" sz="2200">
                <a:solidFill>
                  <a:srgbClr val="000000"/>
                </a:solidFill>
                <a:effectLst/>
                <a:latin typeface="Calibri"/>
                <a:ea typeface="Calibri"/>
                <a:cs typeface="Calibri"/>
              </a:rPr>
              <a:t>, facilitando la comprensión de su representación y la visualización paso a paso de algoritmos fundamentales de recorrido (BFS), rutas óptimas (Dijkstra) y árboles de expansión mínima (Prim), para fortalecer el razonamiento lógico-matemático en la asignatura de Estructuras de Datos.</a:t>
            </a:r>
            <a:endParaRPr lang="en-US" sz="2200">
              <a:effectLst/>
              <a:latin typeface="Calibri"/>
              <a:ea typeface="Calibri"/>
              <a:cs typeface="Calibri"/>
            </a:endParaRPr>
          </a:p>
          <a:p>
            <a:endParaRPr lang="en-US"/>
          </a:p>
        </p:txBody>
      </p:sp>
      <p:sp>
        <p:nvSpPr>
          <p:cNvPr id="4" name="Footer Placeholder 3">
            <a:extLst>
              <a:ext uri="{FF2B5EF4-FFF2-40B4-BE49-F238E27FC236}">
                <a16:creationId xmlns:a16="http://schemas.microsoft.com/office/drawing/2014/main" id="{4BD95AE5-75E8-C6E4-6630-C4F9656C7A03}"/>
              </a:ext>
            </a:extLst>
          </p:cNvPr>
          <p:cNvSpPr>
            <a:spLocks noGrp="1"/>
          </p:cNvSpPr>
          <p:nvPr>
            <p:ph type="ftr" sz="quarter" idx="11"/>
          </p:nvPr>
        </p:nvSpPr>
        <p:spPr/>
        <p:txBody>
          <a:bodyPr/>
          <a:lstStyle/>
          <a:p>
            <a:r>
              <a:rPr lang="en-US"/>
              <a:t>Autor: APELLIDO NOMBRE</a:t>
            </a:r>
          </a:p>
        </p:txBody>
      </p:sp>
      <p:sp>
        <p:nvSpPr>
          <p:cNvPr id="6" name="Slide Number Placeholder 5">
            <a:extLst>
              <a:ext uri="{FF2B5EF4-FFF2-40B4-BE49-F238E27FC236}">
                <a16:creationId xmlns:a16="http://schemas.microsoft.com/office/drawing/2014/main" id="{0C94D138-D87E-A3B9-2C24-30F003A0EBC2}"/>
              </a:ext>
            </a:extLst>
          </p:cNvPr>
          <p:cNvSpPr>
            <a:spLocks noGrp="1"/>
          </p:cNvSpPr>
          <p:nvPr>
            <p:ph type="sldNum" sz="quarter" idx="12"/>
          </p:nvPr>
        </p:nvSpPr>
        <p:spPr/>
        <p:txBody>
          <a:bodyPr/>
          <a:lstStyle/>
          <a:p>
            <a:fld id="{9BF1773D-C84C-42E8-82E9-23B2760B8EC4}" type="slidenum">
              <a:rPr lang="en-US" smtClean="0"/>
              <a:pPr/>
              <a:t>4</a:t>
            </a:fld>
            <a:endParaRPr lang="en-US"/>
          </a:p>
          <a:p>
            <a:r>
              <a:rPr lang="en-US"/>
              <a:t> / 11</a:t>
            </a:r>
          </a:p>
        </p:txBody>
      </p:sp>
      <p:sp>
        <p:nvSpPr>
          <p:cNvPr id="7" name="CuadroTexto 6">
            <a:extLst>
              <a:ext uri="{FF2B5EF4-FFF2-40B4-BE49-F238E27FC236}">
                <a16:creationId xmlns:a16="http://schemas.microsoft.com/office/drawing/2014/main" id="{B4AB5E13-A896-ECCE-0640-6E5519E8B8DF}"/>
              </a:ext>
            </a:extLst>
          </p:cNvPr>
          <p:cNvSpPr txBox="1"/>
          <p:nvPr/>
        </p:nvSpPr>
        <p:spPr>
          <a:xfrm>
            <a:off x="9204579" y="0"/>
            <a:ext cx="1690547" cy="877163"/>
          </a:xfrm>
          <a:prstGeom prst="rect">
            <a:avLst/>
          </a:prstGeom>
          <a:noFill/>
        </p:spPr>
        <p:txBody>
          <a:bodyPr wrap="square">
            <a:spAutoFit/>
          </a:bodyPr>
          <a:lstStyle/>
          <a:p>
            <a:pPr lvl="0">
              <a:tabLst>
                <a:tab pos="457200" algn="l"/>
              </a:tabLst>
            </a:pPr>
            <a:r>
              <a:rPr lang="es-EC" sz="850" kern="100">
                <a:latin typeface="Aptos" panose="020B0004020202020204" pitchFamily="34" charset="0"/>
                <a:cs typeface="Times New Roman" panose="02020603050405020304" pitchFamily="18" charset="0"/>
              </a:rPr>
              <a:t>1. PROBLEMA</a:t>
            </a:r>
          </a:p>
          <a:p>
            <a:pPr>
              <a:tabLst>
                <a:tab pos="457200" algn="l"/>
              </a:tabLst>
            </a:pPr>
            <a:r>
              <a:rPr lang="es-EC" sz="850" b="1" kern="100">
                <a:solidFill>
                  <a:srgbClr val="F28B1C"/>
                </a:solidFill>
                <a:latin typeface="Aptos" panose="020B0004020202020204" pitchFamily="34" charset="0"/>
                <a:cs typeface="Times New Roman" panose="02020603050405020304" pitchFamily="18" charset="0"/>
              </a:rPr>
              <a:t>2. OBJETIVOS</a:t>
            </a:r>
          </a:p>
          <a:p>
            <a:pPr lvl="0">
              <a:tabLst>
                <a:tab pos="457200" algn="l"/>
              </a:tabLst>
            </a:pPr>
            <a:r>
              <a:rPr lang="es-EC" sz="850" kern="100">
                <a:effectLst/>
                <a:latin typeface="Aptos" panose="020B0004020202020204" pitchFamily="34" charset="0"/>
                <a:ea typeface="Aptos" panose="020B0004020202020204" pitchFamily="34" charset="0"/>
                <a:cs typeface="Times New Roman" panose="02020603050405020304" pitchFamily="18" charset="0"/>
              </a:rPr>
              <a:t>3. PROPUESTA</a:t>
            </a:r>
          </a:p>
          <a:p>
            <a:pPr lvl="0">
              <a:tabLst>
                <a:tab pos="457200" algn="l"/>
              </a:tabLst>
            </a:pPr>
            <a:r>
              <a:rPr lang="es-EC" sz="850" kern="100">
                <a:latin typeface="Aptos" panose="020B0004020202020204" pitchFamily="34" charset="0"/>
                <a:ea typeface="Aptos" panose="020B0004020202020204" pitchFamily="34" charset="0"/>
                <a:cs typeface="Times New Roman" panose="02020603050405020304" pitchFamily="18" charset="0"/>
              </a:rPr>
              <a:t>4. METODOLOGIA</a:t>
            </a:r>
            <a:endParaRPr lang="es-EC" sz="850" kern="100">
              <a:effectLst/>
              <a:latin typeface="Aptos" panose="020B0004020202020204" pitchFamily="34" charset="0"/>
              <a:ea typeface="Aptos" panose="020B0004020202020204" pitchFamily="34" charset="0"/>
              <a:cs typeface="Times New Roman" panose="02020603050405020304" pitchFamily="18" charset="0"/>
            </a:endParaRPr>
          </a:p>
          <a:p>
            <a:pPr lvl="0">
              <a:tabLst>
                <a:tab pos="457200" algn="l"/>
              </a:tabLst>
            </a:pPr>
            <a:r>
              <a:rPr lang="es-EC" sz="850" kern="100">
                <a:effectLst/>
                <a:latin typeface="Aptos" panose="020B0004020202020204" pitchFamily="34" charset="0"/>
                <a:ea typeface="Aptos" panose="020B0004020202020204" pitchFamily="34" charset="0"/>
                <a:cs typeface="Times New Roman" panose="02020603050405020304" pitchFamily="18" charset="0"/>
              </a:rPr>
              <a:t>4. PROTOTIPO</a:t>
            </a:r>
          </a:p>
          <a:p>
            <a:pPr lvl="0">
              <a:tabLst>
                <a:tab pos="457200" algn="l"/>
              </a:tabLst>
            </a:pPr>
            <a:r>
              <a:rPr lang="es-EC" sz="850" kern="100">
                <a:latin typeface="Aptos" panose="020B0004020202020204" pitchFamily="34" charset="0"/>
                <a:ea typeface="Aptos" panose="020B0004020202020204" pitchFamily="34" charset="0"/>
                <a:cs typeface="Times New Roman" panose="02020603050405020304" pitchFamily="18" charset="0"/>
              </a:rPr>
              <a:t>8 CONCLUSIONES</a:t>
            </a:r>
            <a:endParaRPr lang="es-EC" sz="850" kern="10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5" name="Imagen 4" descr="Roblox Studio - Aplicación de escritorio para Mac, Windows (PC) - WebCatalog">
            <a:extLst>
              <a:ext uri="{FF2B5EF4-FFF2-40B4-BE49-F238E27FC236}">
                <a16:creationId xmlns:a16="http://schemas.microsoft.com/office/drawing/2014/main" id="{610B5838-11B2-12D5-AC8C-74746A6E15A9}"/>
              </a:ext>
            </a:extLst>
          </p:cNvPr>
          <p:cNvPicPr>
            <a:picLocks noChangeAspect="1"/>
          </p:cNvPicPr>
          <p:nvPr/>
        </p:nvPicPr>
        <p:blipFill>
          <a:blip r:embed="rId3"/>
          <a:stretch>
            <a:fillRect/>
          </a:stretch>
        </p:blipFill>
        <p:spPr>
          <a:xfrm>
            <a:off x="1590219" y="4048451"/>
            <a:ext cx="2143125" cy="2143125"/>
          </a:xfrm>
          <a:prstGeom prst="rect">
            <a:avLst/>
          </a:prstGeom>
        </p:spPr>
      </p:pic>
      <p:pic>
        <p:nvPicPr>
          <p:cNvPr id="8" name="Imagen 7" descr="grafos">
            <a:extLst>
              <a:ext uri="{FF2B5EF4-FFF2-40B4-BE49-F238E27FC236}">
                <a16:creationId xmlns:a16="http://schemas.microsoft.com/office/drawing/2014/main" id="{A37F9086-D641-E0E3-C4FD-690DBA2C9E88}"/>
              </a:ext>
            </a:extLst>
          </p:cNvPr>
          <p:cNvPicPr>
            <a:picLocks noChangeAspect="1"/>
          </p:cNvPicPr>
          <p:nvPr/>
        </p:nvPicPr>
        <p:blipFill>
          <a:blip r:embed="rId4"/>
          <a:stretch>
            <a:fillRect/>
          </a:stretch>
        </p:blipFill>
        <p:spPr>
          <a:xfrm>
            <a:off x="6404454" y="4053801"/>
            <a:ext cx="2806873" cy="2121987"/>
          </a:xfrm>
          <a:prstGeom prst="rect">
            <a:avLst/>
          </a:prstGeom>
        </p:spPr>
      </p:pic>
    </p:spTree>
    <p:extLst>
      <p:ext uri="{BB962C8B-B14F-4D97-AF65-F5344CB8AC3E}">
        <p14:creationId xmlns:p14="http://schemas.microsoft.com/office/powerpoint/2010/main" val="3075754927"/>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4022D-2378-937A-BFE3-8BDC935ED6A8}"/>
              </a:ext>
            </a:extLst>
          </p:cNvPr>
          <p:cNvSpPr>
            <a:spLocks noGrp="1"/>
          </p:cNvSpPr>
          <p:nvPr>
            <p:ph type="title"/>
          </p:nvPr>
        </p:nvSpPr>
        <p:spPr/>
        <p:txBody>
          <a:bodyPr/>
          <a:lstStyle/>
          <a:p>
            <a:r>
              <a:rPr lang="es-EC" b="1">
                <a:solidFill>
                  <a:srgbClr val="F28B1C"/>
                </a:solidFill>
              </a:rPr>
              <a:t>PROPUESTA</a:t>
            </a:r>
            <a:endParaRPr lang="en-US" b="1">
              <a:solidFill>
                <a:srgbClr val="F28B1C"/>
              </a:solidFill>
            </a:endParaRPr>
          </a:p>
        </p:txBody>
      </p:sp>
      <p:sp>
        <p:nvSpPr>
          <p:cNvPr id="3" name="Content Placeholder 2">
            <a:extLst>
              <a:ext uri="{FF2B5EF4-FFF2-40B4-BE49-F238E27FC236}">
                <a16:creationId xmlns:a16="http://schemas.microsoft.com/office/drawing/2014/main" id="{D5544793-4B21-9723-BCB8-C4F40E4FDB7A}"/>
              </a:ext>
            </a:extLst>
          </p:cNvPr>
          <p:cNvSpPr>
            <a:spLocks noGrp="1"/>
          </p:cNvSpPr>
          <p:nvPr>
            <p:ph idx="1"/>
          </p:nvPr>
        </p:nvSpPr>
        <p:spPr>
          <a:xfrm>
            <a:off x="748408" y="1332671"/>
            <a:ext cx="9103116" cy="2817618"/>
          </a:xfrm>
        </p:spPr>
        <p:txBody>
          <a:bodyPr vert="horz" lIns="91440" tIns="45720" rIns="91440" bIns="45720" rtlCol="0" anchor="t">
            <a:normAutofit fontScale="92500" lnSpcReduction="10000"/>
          </a:bodyPr>
          <a:lstStyle/>
          <a:p>
            <a:r>
              <a:rPr lang="es-EC" sz="1600">
                <a:ea typeface="+mj-lt"/>
                <a:cs typeface="+mj-lt"/>
              </a:rPr>
              <a:t>La propuesta consiste en el diseño, desarrollo y validación de un juego serio educativo en la plataforma </a:t>
            </a:r>
            <a:r>
              <a:rPr lang="es-EC" sz="1600" err="1">
                <a:ea typeface="+mj-lt"/>
                <a:cs typeface="+mj-lt"/>
              </a:rPr>
              <a:t>Roblox</a:t>
            </a:r>
            <a:r>
              <a:rPr lang="es-EC" sz="1600">
                <a:ea typeface="+mj-lt"/>
                <a:cs typeface="+mj-lt"/>
              </a:rPr>
              <a:t>, orientado a transformar la enseñanza de la Teoría de Grafos en una experiencia inmersiva y </a:t>
            </a:r>
            <a:r>
              <a:rPr lang="es-EC" sz="1600" err="1">
                <a:ea typeface="+mj-lt"/>
                <a:cs typeface="+mj-lt"/>
              </a:rPr>
              <a:t>gamificada</a:t>
            </a:r>
            <a:r>
              <a:rPr lang="es-EC" sz="1600">
                <a:ea typeface="+mj-lt"/>
                <a:cs typeface="+mj-lt"/>
              </a:rPr>
              <a:t>.</a:t>
            </a:r>
          </a:p>
          <a:p>
            <a:r>
              <a:rPr lang="es-EC" sz="1600">
                <a:ea typeface="+mj-lt"/>
                <a:cs typeface="+mj-lt"/>
              </a:rPr>
              <a:t>Esta solución tecnológica </a:t>
            </a:r>
            <a:r>
              <a:rPr lang="es-EC" sz="1600" b="1">
                <a:ea typeface="+mj-lt"/>
                <a:cs typeface="+mj-lt"/>
              </a:rPr>
              <a:t>resuelve la dificultad de visualizar conceptos abstractos y supera las limitaciones de los diagramas estáticos</a:t>
            </a:r>
            <a:r>
              <a:rPr lang="es-EC" sz="1600">
                <a:ea typeface="+mj-lt"/>
                <a:cs typeface="+mj-lt"/>
              </a:rPr>
              <a:t>, permitiendo a los estudiantes reducir la carga cognitiva mediante la manipulación interactiva de grafos dirigidos y no dirigidos.</a:t>
            </a:r>
            <a:endParaRPr lang="es-EC">
              <a:ea typeface="+mj-lt"/>
              <a:cs typeface="+mj-lt"/>
            </a:endParaRPr>
          </a:p>
          <a:p>
            <a:r>
              <a:rPr lang="es-EC" sz="1600">
                <a:ea typeface="+mj-lt"/>
                <a:cs typeface="+mj-lt"/>
              </a:rPr>
              <a:t>A través de un entorno 3D, los alumnos visualizarán en tiempo real algoritmos fundamentales (BFS, Dijkstra, Prim). </a:t>
            </a:r>
            <a:r>
              <a:rPr lang="es-EC" sz="1600" b="1">
                <a:ea typeface="+mj-lt"/>
                <a:cs typeface="+mj-lt"/>
              </a:rPr>
              <a:t>Por ejemplo, podrán aplicar el algoritmo de Dijkstra para encontrar la ruta más corta entre dos puntos en un mapa virtual, comprendiendo de manera práctica la lógica detrás de sistemas reales como el GPS o el enrutamiento de redes.</a:t>
            </a:r>
            <a:endParaRPr lang="es-EC"/>
          </a:p>
          <a:p>
            <a:endParaRPr lang="es-EC" sz="1600"/>
          </a:p>
          <a:p>
            <a:endParaRPr lang="en-US"/>
          </a:p>
        </p:txBody>
      </p:sp>
      <p:sp>
        <p:nvSpPr>
          <p:cNvPr id="4" name="Footer Placeholder 3">
            <a:extLst>
              <a:ext uri="{FF2B5EF4-FFF2-40B4-BE49-F238E27FC236}">
                <a16:creationId xmlns:a16="http://schemas.microsoft.com/office/drawing/2014/main" id="{5DF59FED-E10B-3660-2EB3-E49AD83E7FFD}"/>
              </a:ext>
            </a:extLst>
          </p:cNvPr>
          <p:cNvSpPr>
            <a:spLocks noGrp="1"/>
          </p:cNvSpPr>
          <p:nvPr>
            <p:ph type="ftr" sz="quarter" idx="11"/>
          </p:nvPr>
        </p:nvSpPr>
        <p:spPr/>
        <p:txBody>
          <a:bodyPr/>
          <a:lstStyle/>
          <a:p>
            <a:r>
              <a:rPr lang="en-US"/>
              <a:t>Autor: APELLIDO NOMBRE</a:t>
            </a:r>
          </a:p>
        </p:txBody>
      </p:sp>
      <p:sp>
        <p:nvSpPr>
          <p:cNvPr id="6" name="Slide Number Placeholder 5">
            <a:extLst>
              <a:ext uri="{FF2B5EF4-FFF2-40B4-BE49-F238E27FC236}">
                <a16:creationId xmlns:a16="http://schemas.microsoft.com/office/drawing/2014/main" id="{861C32D3-5071-111B-F600-18E7BFBF6480}"/>
              </a:ext>
            </a:extLst>
          </p:cNvPr>
          <p:cNvSpPr>
            <a:spLocks noGrp="1"/>
          </p:cNvSpPr>
          <p:nvPr>
            <p:ph type="sldNum" sz="quarter" idx="12"/>
          </p:nvPr>
        </p:nvSpPr>
        <p:spPr>
          <a:xfrm>
            <a:off x="10332443" y="236422"/>
            <a:ext cx="1052339" cy="440418"/>
          </a:xfrm>
        </p:spPr>
        <p:txBody>
          <a:bodyPr/>
          <a:lstStyle/>
          <a:p>
            <a:fld id="{9BF1773D-C84C-42E8-82E9-23B2760B8EC4}" type="slidenum">
              <a:rPr lang="en-US" smtClean="0"/>
              <a:pPr/>
              <a:t>5</a:t>
            </a:fld>
            <a:r>
              <a:rPr lang="en-US"/>
              <a:t> / 11</a:t>
            </a:r>
          </a:p>
        </p:txBody>
      </p:sp>
      <p:sp>
        <p:nvSpPr>
          <p:cNvPr id="8" name="CuadroTexto 7">
            <a:extLst>
              <a:ext uri="{FF2B5EF4-FFF2-40B4-BE49-F238E27FC236}">
                <a16:creationId xmlns:a16="http://schemas.microsoft.com/office/drawing/2014/main" id="{2BDFA143-1C99-B7A3-07AA-591ECF77A8C9}"/>
              </a:ext>
            </a:extLst>
          </p:cNvPr>
          <p:cNvSpPr txBox="1"/>
          <p:nvPr/>
        </p:nvSpPr>
        <p:spPr>
          <a:xfrm>
            <a:off x="9204579" y="0"/>
            <a:ext cx="1690547" cy="877163"/>
          </a:xfrm>
          <a:prstGeom prst="rect">
            <a:avLst/>
          </a:prstGeom>
          <a:noFill/>
        </p:spPr>
        <p:txBody>
          <a:bodyPr wrap="square">
            <a:spAutoFit/>
          </a:bodyPr>
          <a:lstStyle/>
          <a:p>
            <a:pPr lvl="0">
              <a:tabLst>
                <a:tab pos="457200" algn="l"/>
              </a:tabLst>
            </a:pPr>
            <a:r>
              <a:rPr lang="es-EC" sz="850" kern="100">
                <a:latin typeface="Aptos" panose="020B0004020202020204" pitchFamily="34" charset="0"/>
                <a:cs typeface="Times New Roman" panose="02020603050405020304" pitchFamily="18" charset="0"/>
              </a:rPr>
              <a:t>1. PROBLEMA</a:t>
            </a:r>
          </a:p>
          <a:p>
            <a:pPr>
              <a:tabLst>
                <a:tab pos="457200" algn="l"/>
              </a:tabLst>
            </a:pPr>
            <a:r>
              <a:rPr lang="es-EC" sz="850" kern="100">
                <a:latin typeface="Aptos" panose="020B0004020202020204" pitchFamily="34" charset="0"/>
                <a:cs typeface="Times New Roman" panose="02020603050405020304" pitchFamily="18" charset="0"/>
              </a:rPr>
              <a:t>2. OBJETIVOS</a:t>
            </a:r>
          </a:p>
          <a:p>
            <a:pPr lvl="0">
              <a:tabLst>
                <a:tab pos="457200" algn="l"/>
              </a:tabLst>
            </a:pPr>
            <a:r>
              <a:rPr lang="es-EC" sz="850" b="1" kern="100">
                <a:solidFill>
                  <a:srgbClr val="F28B1C"/>
                </a:solidFill>
                <a:latin typeface="Aptos" panose="020B0004020202020204" pitchFamily="34" charset="0"/>
                <a:cs typeface="Times New Roman" panose="02020603050405020304" pitchFamily="18" charset="0"/>
              </a:rPr>
              <a:t>3. PROPUESTA</a:t>
            </a:r>
          </a:p>
          <a:p>
            <a:pPr lvl="0">
              <a:tabLst>
                <a:tab pos="457200" algn="l"/>
              </a:tabLst>
            </a:pPr>
            <a:r>
              <a:rPr lang="es-EC" sz="850" kern="100">
                <a:latin typeface="Aptos" panose="020B0004020202020204" pitchFamily="34" charset="0"/>
                <a:ea typeface="Aptos" panose="020B0004020202020204" pitchFamily="34" charset="0"/>
                <a:cs typeface="Times New Roman" panose="02020603050405020304" pitchFamily="18" charset="0"/>
              </a:rPr>
              <a:t>4. METODOLOGIA</a:t>
            </a:r>
            <a:endParaRPr lang="es-EC" sz="850" kern="100">
              <a:effectLst/>
              <a:latin typeface="Aptos" panose="020B0004020202020204" pitchFamily="34" charset="0"/>
              <a:ea typeface="Aptos" panose="020B0004020202020204" pitchFamily="34" charset="0"/>
              <a:cs typeface="Times New Roman" panose="02020603050405020304" pitchFamily="18" charset="0"/>
            </a:endParaRPr>
          </a:p>
          <a:p>
            <a:pPr lvl="0">
              <a:tabLst>
                <a:tab pos="457200" algn="l"/>
              </a:tabLst>
            </a:pPr>
            <a:r>
              <a:rPr lang="es-EC" sz="850" kern="100">
                <a:effectLst/>
                <a:latin typeface="Aptos" panose="020B0004020202020204" pitchFamily="34" charset="0"/>
                <a:ea typeface="Aptos" panose="020B0004020202020204" pitchFamily="34" charset="0"/>
                <a:cs typeface="Times New Roman" panose="02020603050405020304" pitchFamily="18" charset="0"/>
              </a:rPr>
              <a:t>4. PROTOTIPO</a:t>
            </a:r>
          </a:p>
          <a:p>
            <a:pPr lvl="0">
              <a:tabLst>
                <a:tab pos="457200" algn="l"/>
              </a:tabLst>
            </a:pPr>
            <a:r>
              <a:rPr lang="es-EC" sz="850" kern="100">
                <a:latin typeface="Aptos" panose="020B0004020202020204" pitchFamily="34" charset="0"/>
                <a:ea typeface="Aptos" panose="020B0004020202020204" pitchFamily="34" charset="0"/>
                <a:cs typeface="Times New Roman" panose="02020603050405020304" pitchFamily="18" charset="0"/>
              </a:rPr>
              <a:t>8 CONCLUSIONES</a:t>
            </a:r>
            <a:endParaRPr lang="es-EC" sz="850" kern="10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7" name="Imagen 6" descr="Roblox Studio - Aplicación de escritorio para Mac, Windows (PC) - WebCatalog">
            <a:extLst>
              <a:ext uri="{FF2B5EF4-FFF2-40B4-BE49-F238E27FC236}">
                <a16:creationId xmlns:a16="http://schemas.microsoft.com/office/drawing/2014/main" id="{4A7661C0-0D1A-8032-BC4D-C1C4A9DA4DC9}"/>
              </a:ext>
            </a:extLst>
          </p:cNvPr>
          <p:cNvPicPr>
            <a:picLocks noChangeAspect="1"/>
          </p:cNvPicPr>
          <p:nvPr/>
        </p:nvPicPr>
        <p:blipFill>
          <a:blip r:embed="rId3"/>
          <a:stretch>
            <a:fillRect/>
          </a:stretch>
        </p:blipFill>
        <p:spPr>
          <a:xfrm>
            <a:off x="1517151" y="4278095"/>
            <a:ext cx="2017865" cy="1976112"/>
          </a:xfrm>
          <a:prstGeom prst="rect">
            <a:avLst/>
          </a:prstGeom>
        </p:spPr>
      </p:pic>
      <p:pic>
        <p:nvPicPr>
          <p:cNvPr id="9" name="Imagen 8" descr="Roblox Studio para niños: crear videojuegos de forma segura">
            <a:extLst>
              <a:ext uri="{FF2B5EF4-FFF2-40B4-BE49-F238E27FC236}">
                <a16:creationId xmlns:a16="http://schemas.microsoft.com/office/drawing/2014/main" id="{7F6C80A0-9F28-2534-B74A-63142E5AB0E6}"/>
              </a:ext>
            </a:extLst>
          </p:cNvPr>
          <p:cNvPicPr>
            <a:picLocks noChangeAspect="1"/>
          </p:cNvPicPr>
          <p:nvPr/>
        </p:nvPicPr>
        <p:blipFill>
          <a:blip r:embed="rId4"/>
          <a:stretch>
            <a:fillRect/>
          </a:stretch>
        </p:blipFill>
        <p:spPr>
          <a:xfrm>
            <a:off x="7040997" y="4300669"/>
            <a:ext cx="3016032" cy="1972718"/>
          </a:xfrm>
          <a:prstGeom prst="rect">
            <a:avLst/>
          </a:prstGeom>
        </p:spPr>
      </p:pic>
    </p:spTree>
    <p:extLst>
      <p:ext uri="{BB962C8B-B14F-4D97-AF65-F5344CB8AC3E}">
        <p14:creationId xmlns:p14="http://schemas.microsoft.com/office/powerpoint/2010/main" val="3411300563"/>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3E6F7-B318-FF23-96BF-7F01AD2E46B0}"/>
              </a:ext>
            </a:extLst>
          </p:cNvPr>
          <p:cNvSpPr>
            <a:spLocks noGrp="1"/>
          </p:cNvSpPr>
          <p:nvPr>
            <p:ph type="title"/>
          </p:nvPr>
        </p:nvSpPr>
        <p:spPr/>
        <p:txBody>
          <a:bodyPr/>
          <a:lstStyle/>
          <a:p>
            <a:r>
              <a:rPr lang="es-EC" b="1">
                <a:solidFill>
                  <a:srgbClr val="F28B1C"/>
                </a:solidFill>
              </a:rPr>
              <a:t>IPLUS</a:t>
            </a:r>
            <a:endParaRPr lang="en-US" b="1">
              <a:solidFill>
                <a:srgbClr val="F28B1C"/>
              </a:solidFill>
            </a:endParaRPr>
          </a:p>
        </p:txBody>
      </p:sp>
      <p:sp>
        <p:nvSpPr>
          <p:cNvPr id="3" name="Content Placeholder 2">
            <a:extLst>
              <a:ext uri="{FF2B5EF4-FFF2-40B4-BE49-F238E27FC236}">
                <a16:creationId xmlns:a16="http://schemas.microsoft.com/office/drawing/2014/main" id="{269FDC92-9B9B-5DED-C60D-B0AD1CC81CA9}"/>
              </a:ext>
            </a:extLst>
          </p:cNvPr>
          <p:cNvSpPr>
            <a:spLocks noGrp="1"/>
          </p:cNvSpPr>
          <p:nvPr>
            <p:ph idx="1"/>
          </p:nvPr>
        </p:nvSpPr>
        <p:spPr/>
        <p:txBody>
          <a:bodyPr>
            <a:normAutofit fontScale="92500" lnSpcReduction="20000"/>
          </a:bodyPr>
          <a:lstStyle/>
          <a:p>
            <a:r>
              <a:rPr lang="es-EC" b="1"/>
              <a:t>1. Identificación de Requerimientos</a:t>
            </a:r>
          </a:p>
          <a:p>
            <a:r>
              <a:rPr lang="es-EC"/>
              <a:t>En esta fase se define el "por qué" y el "para quién".</a:t>
            </a:r>
          </a:p>
          <a:p>
            <a:pPr>
              <a:buFont typeface="Arial" panose="020B0604020202020204" pitchFamily="34" charset="0"/>
              <a:buChar char="•"/>
            </a:pPr>
            <a:r>
              <a:rPr lang="es-EC" b="1"/>
              <a:t>Aplicación:</a:t>
            </a:r>
            <a:r>
              <a:rPr lang="es-EC"/>
              <a:t> Aquí es donde definimos que el público son estudiantes de entre </a:t>
            </a:r>
            <a:r>
              <a:rPr lang="es-EC" b="1"/>
              <a:t>17 y 22 años</a:t>
            </a:r>
            <a:r>
              <a:rPr lang="es-EC"/>
              <a:t>.</a:t>
            </a:r>
          </a:p>
          <a:p>
            <a:pPr>
              <a:buFont typeface="Arial" panose="020B0604020202020204" pitchFamily="34" charset="0"/>
              <a:buChar char="•"/>
            </a:pPr>
            <a:r>
              <a:rPr lang="es-EC" b="1"/>
              <a:t>Problema:</a:t>
            </a:r>
            <a:r>
              <a:rPr lang="es-EC"/>
              <a:t> Representa la dificultad de abstracción que tienen los estudiantes al aprender grafos.</a:t>
            </a:r>
          </a:p>
          <a:p>
            <a:r>
              <a:rPr lang="es-EC" b="1"/>
              <a:t>2. Definición de Objetivos Pedagógicos</a:t>
            </a:r>
          </a:p>
          <a:p>
            <a:r>
              <a:rPr lang="es-EC"/>
              <a:t>Se establece qué debe aprender el usuario. No solo es "jugar", es dominar un concepto.</a:t>
            </a:r>
          </a:p>
          <a:p>
            <a:pPr>
              <a:buFont typeface="Arial" panose="020B0604020202020204" pitchFamily="34" charset="0"/>
              <a:buChar char="•"/>
            </a:pPr>
            <a:r>
              <a:rPr lang="es-EC" b="1"/>
              <a:t>Aplicación:</a:t>
            </a:r>
            <a:r>
              <a:rPr lang="es-EC"/>
              <a:t> </a:t>
            </a:r>
            <a:r>
              <a:rPr lang="es-EC" b="1"/>
              <a:t>Modelado de problemas</a:t>
            </a:r>
            <a:r>
              <a:rPr lang="es-EC"/>
              <a:t>, </a:t>
            </a:r>
            <a:r>
              <a:rPr lang="es-EC" b="1"/>
              <a:t>Exploración de redes</a:t>
            </a:r>
            <a:r>
              <a:rPr lang="es-EC"/>
              <a:t> y </a:t>
            </a:r>
            <a:r>
              <a:rPr lang="es-EC" b="1"/>
              <a:t>Optimización de caminos</a:t>
            </a:r>
            <a:r>
              <a:rPr lang="es-EC"/>
              <a:t> (Dijkstra, BFS, Prim).</a:t>
            </a:r>
          </a:p>
          <a:p>
            <a:pPr>
              <a:buFont typeface="Arial" panose="020B0604020202020204" pitchFamily="34" charset="0"/>
              <a:buChar char="•"/>
            </a:pPr>
            <a:r>
              <a:rPr lang="es-EC" b="1"/>
              <a:t>Resultado:</a:t>
            </a:r>
            <a:r>
              <a:rPr lang="es-EC"/>
              <a:t> El estudiante debe ser capaz de reducir la carga cognitiva mediante la visualización de estos algoritmos.</a:t>
            </a:r>
          </a:p>
          <a:p>
            <a:pPr>
              <a:buFont typeface="Arial" panose="020B0604020202020204" pitchFamily="34" charset="0"/>
              <a:buChar char="•"/>
            </a:pPr>
            <a:endParaRPr lang="es-EC"/>
          </a:p>
        </p:txBody>
      </p:sp>
      <p:sp>
        <p:nvSpPr>
          <p:cNvPr id="4" name="Footer Placeholder 3">
            <a:extLst>
              <a:ext uri="{FF2B5EF4-FFF2-40B4-BE49-F238E27FC236}">
                <a16:creationId xmlns:a16="http://schemas.microsoft.com/office/drawing/2014/main" id="{9595DCF7-F5B6-F59D-ED8E-ED030B6552E5}"/>
              </a:ext>
            </a:extLst>
          </p:cNvPr>
          <p:cNvSpPr>
            <a:spLocks noGrp="1"/>
          </p:cNvSpPr>
          <p:nvPr>
            <p:ph type="ftr" sz="quarter" idx="11"/>
          </p:nvPr>
        </p:nvSpPr>
        <p:spPr/>
        <p:txBody>
          <a:bodyPr/>
          <a:lstStyle/>
          <a:p>
            <a:r>
              <a:rPr lang="en-US"/>
              <a:t>Autor: APELLIDO NOMBRE</a:t>
            </a:r>
          </a:p>
        </p:txBody>
      </p:sp>
      <p:sp>
        <p:nvSpPr>
          <p:cNvPr id="6" name="Slide Number Placeholder 5">
            <a:extLst>
              <a:ext uri="{FF2B5EF4-FFF2-40B4-BE49-F238E27FC236}">
                <a16:creationId xmlns:a16="http://schemas.microsoft.com/office/drawing/2014/main" id="{CFD47AEC-4D42-D44D-81E3-C84170A88B9B}"/>
              </a:ext>
            </a:extLst>
          </p:cNvPr>
          <p:cNvSpPr>
            <a:spLocks noGrp="1"/>
          </p:cNvSpPr>
          <p:nvPr>
            <p:ph type="sldNum" sz="quarter" idx="12"/>
          </p:nvPr>
        </p:nvSpPr>
        <p:spPr/>
        <p:txBody>
          <a:bodyPr/>
          <a:lstStyle/>
          <a:p>
            <a:fld id="{9BF1773D-C84C-42E8-82E9-23B2760B8EC4}" type="slidenum">
              <a:rPr lang="en-US" smtClean="0"/>
              <a:pPr/>
              <a:t>6</a:t>
            </a:fld>
            <a:endParaRPr lang="en-US"/>
          </a:p>
          <a:p>
            <a:r>
              <a:rPr lang="en-US"/>
              <a:t> / 11</a:t>
            </a:r>
          </a:p>
        </p:txBody>
      </p:sp>
      <p:sp>
        <p:nvSpPr>
          <p:cNvPr id="8" name="CuadroTexto 7">
            <a:extLst>
              <a:ext uri="{FF2B5EF4-FFF2-40B4-BE49-F238E27FC236}">
                <a16:creationId xmlns:a16="http://schemas.microsoft.com/office/drawing/2014/main" id="{D2AF3C0B-E544-2ED9-CB8D-8E7F5117B155}"/>
              </a:ext>
            </a:extLst>
          </p:cNvPr>
          <p:cNvSpPr txBox="1"/>
          <p:nvPr/>
        </p:nvSpPr>
        <p:spPr>
          <a:xfrm>
            <a:off x="9204579" y="20639"/>
            <a:ext cx="1690547" cy="877163"/>
          </a:xfrm>
          <a:prstGeom prst="rect">
            <a:avLst/>
          </a:prstGeom>
          <a:noFill/>
        </p:spPr>
        <p:txBody>
          <a:bodyPr wrap="square">
            <a:spAutoFit/>
          </a:bodyPr>
          <a:lstStyle>
            <a:defPPr>
              <a:defRPr lang="en-US"/>
            </a:defPPr>
            <a:lvl1pPr lvl="0">
              <a:tabLst>
                <a:tab pos="457200" algn="l"/>
              </a:tabLst>
              <a:defRPr sz="850" kern="100">
                <a:latin typeface="Aptos" panose="020B0004020202020204" pitchFamily="34" charset="0"/>
                <a:cs typeface="Times New Roman" panose="02020603050405020304" pitchFamily="18" charset="0"/>
              </a:defRPr>
            </a:lvl1pPr>
          </a:lstStyle>
          <a:p>
            <a:r>
              <a:rPr lang="es-EC"/>
              <a:t>1. PROBLEMA</a:t>
            </a:r>
          </a:p>
          <a:p>
            <a:r>
              <a:rPr lang="es-EC"/>
              <a:t>2. OBJETIVOS</a:t>
            </a:r>
          </a:p>
          <a:p>
            <a:r>
              <a:rPr lang="es-EC"/>
              <a:t>3. PROPUESTA</a:t>
            </a:r>
          </a:p>
          <a:p>
            <a:r>
              <a:rPr lang="es-EC" b="1">
                <a:solidFill>
                  <a:srgbClr val="F28B1C"/>
                </a:solidFill>
              </a:rPr>
              <a:t>4. METODOLOGIA</a:t>
            </a:r>
          </a:p>
          <a:p>
            <a:r>
              <a:rPr lang="es-EC"/>
              <a:t>4. PROTOTIPO</a:t>
            </a:r>
          </a:p>
          <a:p>
            <a:r>
              <a:rPr lang="es-EC"/>
              <a:t>8 CONCLUSIONES</a:t>
            </a:r>
          </a:p>
        </p:txBody>
      </p:sp>
    </p:spTree>
    <p:extLst>
      <p:ext uri="{BB962C8B-B14F-4D97-AF65-F5344CB8AC3E}">
        <p14:creationId xmlns:p14="http://schemas.microsoft.com/office/powerpoint/2010/main" val="3188200379"/>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3E6F7-B318-FF23-96BF-7F01AD2E46B0}"/>
              </a:ext>
            </a:extLst>
          </p:cNvPr>
          <p:cNvSpPr>
            <a:spLocks noGrp="1"/>
          </p:cNvSpPr>
          <p:nvPr>
            <p:ph type="title"/>
          </p:nvPr>
        </p:nvSpPr>
        <p:spPr/>
        <p:txBody>
          <a:bodyPr/>
          <a:lstStyle/>
          <a:p>
            <a:r>
              <a:rPr lang="es-EC" b="1">
                <a:solidFill>
                  <a:srgbClr val="F28B1C"/>
                </a:solidFill>
              </a:rPr>
              <a:t>IPLUS</a:t>
            </a:r>
            <a:endParaRPr lang="en-US" b="1">
              <a:solidFill>
                <a:srgbClr val="F28B1C"/>
              </a:solidFill>
            </a:endParaRPr>
          </a:p>
        </p:txBody>
      </p:sp>
      <p:sp>
        <p:nvSpPr>
          <p:cNvPr id="3" name="Content Placeholder 2">
            <a:extLst>
              <a:ext uri="{FF2B5EF4-FFF2-40B4-BE49-F238E27FC236}">
                <a16:creationId xmlns:a16="http://schemas.microsoft.com/office/drawing/2014/main" id="{269FDC92-9B9B-5DED-C60D-B0AD1CC81CA9}"/>
              </a:ext>
            </a:extLst>
          </p:cNvPr>
          <p:cNvSpPr>
            <a:spLocks noGrp="1"/>
          </p:cNvSpPr>
          <p:nvPr>
            <p:ph idx="1"/>
          </p:nvPr>
        </p:nvSpPr>
        <p:spPr/>
        <p:txBody>
          <a:bodyPr vert="horz" lIns="91440" tIns="45720" rIns="91440" bIns="45720" rtlCol="0" anchor="t">
            <a:normAutofit fontScale="77500" lnSpcReduction="20000"/>
          </a:bodyPr>
          <a:lstStyle/>
          <a:p>
            <a:r>
              <a:rPr lang="es-EC" b="1">
                <a:ea typeface="+mj-lt"/>
                <a:cs typeface="+mj-lt"/>
              </a:rPr>
              <a:t>3. Creación de la Historia (</a:t>
            </a:r>
            <a:r>
              <a:rPr lang="es-EC" b="1" err="1">
                <a:ea typeface="+mj-lt"/>
                <a:cs typeface="+mj-lt"/>
              </a:rPr>
              <a:t>GameScript</a:t>
            </a:r>
            <a:r>
              <a:rPr lang="es-EC" b="1">
                <a:ea typeface="+mj-lt"/>
                <a:cs typeface="+mj-lt"/>
              </a:rPr>
              <a:t>) :</a:t>
            </a:r>
            <a:endParaRPr lang="es-ES"/>
          </a:p>
          <a:p>
            <a:r>
              <a:rPr lang="es-EC" b="1">
                <a:ea typeface="+mj-lt"/>
                <a:cs typeface="+mj-lt"/>
              </a:rPr>
              <a:t>Narrativa:</a:t>
            </a:r>
            <a:r>
              <a:rPr lang="es-EC">
                <a:ea typeface="+mj-lt"/>
                <a:cs typeface="+mj-lt"/>
              </a:rPr>
              <a:t> El jugador asume el rol de </a:t>
            </a:r>
            <a:r>
              <a:rPr lang="es-EC" b="1">
                <a:ea typeface="+mj-lt"/>
                <a:cs typeface="+mj-lt"/>
              </a:rPr>
              <a:t>Tocino</a:t>
            </a:r>
            <a:r>
              <a:rPr lang="es-EC">
                <a:ea typeface="+mj-lt"/>
                <a:cs typeface="+mj-lt"/>
              </a:rPr>
              <a:t> (aprendiz), guiado por </a:t>
            </a:r>
            <a:r>
              <a:rPr lang="es-EC" b="1">
                <a:ea typeface="+mj-lt"/>
                <a:cs typeface="+mj-lt"/>
              </a:rPr>
              <a:t>Carlos</a:t>
            </a:r>
            <a:r>
              <a:rPr lang="es-EC">
                <a:ea typeface="+mj-lt"/>
                <a:cs typeface="+mj-lt"/>
              </a:rPr>
              <a:t> (mentor) para arreglar el caos en </a:t>
            </a:r>
            <a:r>
              <a:rPr lang="es-EC" b="1">
                <a:ea typeface="+mj-lt"/>
                <a:cs typeface="+mj-lt"/>
              </a:rPr>
              <a:t>Villa Conexa</a:t>
            </a:r>
            <a:r>
              <a:rPr lang="es-EC">
                <a:ea typeface="+mj-lt"/>
                <a:cs typeface="+mj-lt"/>
              </a:rPr>
              <a:t> provocado por la mala gestión del </a:t>
            </a:r>
            <a:r>
              <a:rPr lang="es-EC" b="1">
                <a:ea typeface="+mj-lt"/>
                <a:cs typeface="+mj-lt"/>
              </a:rPr>
              <a:t>Alcalde</a:t>
            </a:r>
            <a:r>
              <a:rPr lang="es-EC">
                <a:ea typeface="+mj-lt"/>
                <a:cs typeface="+mj-lt"/>
              </a:rPr>
              <a:t> .</a:t>
            </a:r>
            <a:endParaRPr lang="es-EC"/>
          </a:p>
          <a:p>
            <a:r>
              <a:rPr lang="es-EC" b="1" err="1">
                <a:ea typeface="+mj-lt"/>
                <a:cs typeface="+mj-lt"/>
              </a:rPr>
              <a:t>Metafora</a:t>
            </a:r>
            <a:r>
              <a:rPr lang="es-EC" b="1">
                <a:ea typeface="+mj-lt"/>
                <a:cs typeface="+mj-lt"/>
              </a:rPr>
              <a:t>:</a:t>
            </a:r>
            <a:r>
              <a:rPr lang="es-EC">
                <a:ea typeface="+mj-lt"/>
                <a:cs typeface="+mj-lt"/>
              </a:rPr>
              <a:t> Los barrios, cruces y conexiones representan los nodos y aristas de un grafo .</a:t>
            </a:r>
            <a:endParaRPr lang="es-EC"/>
          </a:p>
          <a:p>
            <a:r>
              <a:rPr lang="es-EC" b="1">
                <a:ea typeface="+mj-lt"/>
                <a:cs typeface="+mj-lt"/>
              </a:rPr>
              <a:t>4. Diseño del </a:t>
            </a:r>
            <a:r>
              <a:rPr lang="es-EC" b="1" err="1">
                <a:ea typeface="+mj-lt"/>
                <a:cs typeface="+mj-lt"/>
              </a:rPr>
              <a:t>Gameplay</a:t>
            </a:r>
            <a:r>
              <a:rPr lang="es-EC" b="1">
                <a:ea typeface="+mj-lt"/>
                <a:cs typeface="+mj-lt"/>
              </a:rPr>
              <a:t> (Mecánicas LEGO) :</a:t>
            </a:r>
            <a:endParaRPr lang="es-EC"/>
          </a:p>
          <a:p>
            <a:r>
              <a:rPr lang="es-EC" b="1">
                <a:ea typeface="+mj-lt"/>
                <a:cs typeface="+mj-lt"/>
              </a:rPr>
              <a:t>Seleccionar:</a:t>
            </a:r>
            <a:r>
              <a:rPr lang="es-EC">
                <a:ea typeface="+mj-lt"/>
                <a:cs typeface="+mj-lt"/>
              </a:rPr>
              <a:t> Clic en nodos para crear conexiones .</a:t>
            </a:r>
            <a:endParaRPr lang="es-EC"/>
          </a:p>
          <a:p>
            <a:r>
              <a:rPr lang="es-EC" b="1">
                <a:ea typeface="+mj-lt"/>
                <a:cs typeface="+mj-lt"/>
              </a:rPr>
              <a:t>Mover:</a:t>
            </a:r>
            <a:r>
              <a:rPr lang="es-EC">
                <a:ea typeface="+mj-lt"/>
                <a:cs typeface="+mj-lt"/>
              </a:rPr>
              <a:t> Desplazamiento libre con teclas WASD (Exploración 3D) .</a:t>
            </a:r>
            <a:endParaRPr lang="es-EC"/>
          </a:p>
          <a:p>
            <a:r>
              <a:rPr lang="es-EC" b="1">
                <a:ea typeface="+mj-lt"/>
                <a:cs typeface="+mj-lt"/>
              </a:rPr>
              <a:t>Gestionar:</a:t>
            </a:r>
            <a:r>
              <a:rPr lang="es-EC">
                <a:ea typeface="+mj-lt"/>
                <a:cs typeface="+mj-lt"/>
              </a:rPr>
              <a:t> Uso de un presupuesto limitado ("Dinero") que disminuye al crear aristas, obligando a usar algoritmos óptimos como Dijkstra o Prim .</a:t>
            </a:r>
            <a:endParaRPr lang="es-EC"/>
          </a:p>
          <a:p>
            <a:r>
              <a:rPr lang="es-EC" b="1">
                <a:ea typeface="+mj-lt"/>
                <a:cs typeface="+mj-lt"/>
              </a:rPr>
              <a:t>Evitar:</a:t>
            </a:r>
            <a:r>
              <a:rPr lang="es-EC">
                <a:ea typeface="+mj-lt"/>
                <a:cs typeface="+mj-lt"/>
              </a:rPr>
              <a:t> Conexiones en dirección contraria en grafos dirigidos .</a:t>
            </a:r>
            <a:endParaRPr lang="es-EC"/>
          </a:p>
          <a:p>
            <a:r>
              <a:rPr lang="es-EC" b="1">
                <a:ea typeface="+mj-lt"/>
                <a:cs typeface="+mj-lt"/>
              </a:rPr>
              <a:t>5. Refinamiento (Género y Estilo):</a:t>
            </a:r>
            <a:endParaRPr lang="en-US"/>
          </a:p>
          <a:p>
            <a:r>
              <a:rPr lang="es-EC" b="1">
                <a:ea typeface="+mj-lt"/>
                <a:cs typeface="+mj-lt"/>
              </a:rPr>
              <a:t>Géneros seleccionados:</a:t>
            </a:r>
            <a:r>
              <a:rPr lang="es-EC">
                <a:ea typeface="+mj-lt"/>
                <a:cs typeface="+mj-lt"/>
              </a:rPr>
              <a:t> Razonamiento y Aventura .</a:t>
            </a:r>
            <a:endParaRPr lang="en-US"/>
          </a:p>
          <a:p>
            <a:r>
              <a:rPr lang="es-EC" b="1">
                <a:ea typeface="+mj-lt"/>
                <a:cs typeface="+mj-lt"/>
              </a:rPr>
              <a:t>Estilo Visual:</a:t>
            </a:r>
            <a:r>
              <a:rPr lang="es-EC">
                <a:ea typeface="+mj-lt"/>
                <a:cs typeface="+mj-lt"/>
              </a:rPr>
              <a:t> Entorno 3D inspirado en </a:t>
            </a:r>
            <a:r>
              <a:rPr lang="es-EC" err="1">
                <a:ea typeface="+mj-lt"/>
                <a:cs typeface="+mj-lt"/>
              </a:rPr>
              <a:t>Roblox</a:t>
            </a:r>
            <a:r>
              <a:rPr lang="es-EC">
                <a:ea typeface="+mj-lt"/>
                <a:cs typeface="+mj-lt"/>
              </a:rPr>
              <a:t> .</a:t>
            </a:r>
            <a:endParaRPr lang="en-US"/>
          </a:p>
          <a:p>
            <a:endParaRPr lang="es-EC"/>
          </a:p>
        </p:txBody>
      </p:sp>
      <p:sp>
        <p:nvSpPr>
          <p:cNvPr id="4" name="Footer Placeholder 3">
            <a:extLst>
              <a:ext uri="{FF2B5EF4-FFF2-40B4-BE49-F238E27FC236}">
                <a16:creationId xmlns:a16="http://schemas.microsoft.com/office/drawing/2014/main" id="{9595DCF7-F5B6-F59D-ED8E-ED030B6552E5}"/>
              </a:ext>
            </a:extLst>
          </p:cNvPr>
          <p:cNvSpPr>
            <a:spLocks noGrp="1"/>
          </p:cNvSpPr>
          <p:nvPr>
            <p:ph type="ftr" sz="quarter" idx="11"/>
          </p:nvPr>
        </p:nvSpPr>
        <p:spPr/>
        <p:txBody>
          <a:bodyPr/>
          <a:lstStyle/>
          <a:p>
            <a:r>
              <a:rPr lang="en-US"/>
              <a:t>Autor: APELLIDO NOMBRE</a:t>
            </a:r>
          </a:p>
        </p:txBody>
      </p:sp>
      <p:sp>
        <p:nvSpPr>
          <p:cNvPr id="6" name="Slide Number Placeholder 5">
            <a:extLst>
              <a:ext uri="{FF2B5EF4-FFF2-40B4-BE49-F238E27FC236}">
                <a16:creationId xmlns:a16="http://schemas.microsoft.com/office/drawing/2014/main" id="{CFD47AEC-4D42-D44D-81E3-C84170A88B9B}"/>
              </a:ext>
            </a:extLst>
          </p:cNvPr>
          <p:cNvSpPr>
            <a:spLocks noGrp="1"/>
          </p:cNvSpPr>
          <p:nvPr>
            <p:ph type="sldNum" sz="quarter" idx="12"/>
          </p:nvPr>
        </p:nvSpPr>
        <p:spPr/>
        <p:txBody>
          <a:bodyPr/>
          <a:lstStyle/>
          <a:p>
            <a:fld id="{9BF1773D-C84C-42E8-82E9-23B2760B8EC4}" type="slidenum">
              <a:rPr lang="en-US" smtClean="0"/>
              <a:pPr/>
              <a:t>7</a:t>
            </a:fld>
            <a:endParaRPr lang="en-US"/>
          </a:p>
          <a:p>
            <a:r>
              <a:rPr lang="en-US"/>
              <a:t> / 11</a:t>
            </a:r>
          </a:p>
        </p:txBody>
      </p:sp>
      <p:sp>
        <p:nvSpPr>
          <p:cNvPr id="8" name="CuadroTexto 7">
            <a:extLst>
              <a:ext uri="{FF2B5EF4-FFF2-40B4-BE49-F238E27FC236}">
                <a16:creationId xmlns:a16="http://schemas.microsoft.com/office/drawing/2014/main" id="{D2AF3C0B-E544-2ED9-CB8D-8E7F5117B155}"/>
              </a:ext>
            </a:extLst>
          </p:cNvPr>
          <p:cNvSpPr txBox="1"/>
          <p:nvPr/>
        </p:nvSpPr>
        <p:spPr>
          <a:xfrm>
            <a:off x="9204579" y="20639"/>
            <a:ext cx="1690547" cy="877163"/>
          </a:xfrm>
          <a:prstGeom prst="rect">
            <a:avLst/>
          </a:prstGeom>
          <a:noFill/>
        </p:spPr>
        <p:txBody>
          <a:bodyPr wrap="square">
            <a:spAutoFit/>
          </a:bodyPr>
          <a:lstStyle>
            <a:defPPr>
              <a:defRPr lang="en-US"/>
            </a:defPPr>
            <a:lvl1pPr lvl="0">
              <a:tabLst>
                <a:tab pos="457200" algn="l"/>
              </a:tabLst>
              <a:defRPr sz="850" kern="100">
                <a:latin typeface="Aptos" panose="020B0004020202020204" pitchFamily="34" charset="0"/>
                <a:cs typeface="Times New Roman" panose="02020603050405020304" pitchFamily="18" charset="0"/>
              </a:defRPr>
            </a:lvl1pPr>
          </a:lstStyle>
          <a:p>
            <a:r>
              <a:rPr lang="es-EC"/>
              <a:t>1. PROBLEMA</a:t>
            </a:r>
          </a:p>
          <a:p>
            <a:r>
              <a:rPr lang="es-EC"/>
              <a:t>2. OBJETIVOS</a:t>
            </a:r>
          </a:p>
          <a:p>
            <a:r>
              <a:rPr lang="es-EC"/>
              <a:t>3. PROPUESTA</a:t>
            </a:r>
          </a:p>
          <a:p>
            <a:r>
              <a:rPr lang="es-EC" b="1">
                <a:solidFill>
                  <a:srgbClr val="F28B1C"/>
                </a:solidFill>
              </a:rPr>
              <a:t>4. METODOLOGIA</a:t>
            </a:r>
          </a:p>
          <a:p>
            <a:r>
              <a:rPr lang="es-EC"/>
              <a:t>4. PROTOTIPO</a:t>
            </a:r>
          </a:p>
          <a:p>
            <a:r>
              <a:rPr lang="es-EC"/>
              <a:t>8 CONCLUSIONES</a:t>
            </a:r>
          </a:p>
        </p:txBody>
      </p:sp>
    </p:spTree>
    <p:extLst>
      <p:ext uri="{BB962C8B-B14F-4D97-AF65-F5344CB8AC3E}">
        <p14:creationId xmlns:p14="http://schemas.microsoft.com/office/powerpoint/2010/main" val="3250877139"/>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F6D02-F6E9-5E52-CF92-21C4AD3C2B58}"/>
              </a:ext>
            </a:extLst>
          </p:cNvPr>
          <p:cNvSpPr>
            <a:spLocks noGrp="1"/>
          </p:cNvSpPr>
          <p:nvPr>
            <p:ph type="title"/>
          </p:nvPr>
        </p:nvSpPr>
        <p:spPr/>
        <p:txBody>
          <a:bodyPr/>
          <a:lstStyle/>
          <a:p>
            <a:r>
              <a:rPr lang="es-EC" b="1">
                <a:solidFill>
                  <a:srgbClr val="F28B1C"/>
                </a:solidFill>
              </a:rPr>
              <a:t>PROTOTIPO</a:t>
            </a:r>
            <a:endParaRPr lang="en-US" b="1">
              <a:solidFill>
                <a:srgbClr val="F28B1C"/>
              </a:solidFill>
            </a:endParaRPr>
          </a:p>
        </p:txBody>
      </p:sp>
      <p:sp>
        <p:nvSpPr>
          <p:cNvPr id="3" name="Content Placeholder 2">
            <a:extLst>
              <a:ext uri="{FF2B5EF4-FFF2-40B4-BE49-F238E27FC236}">
                <a16:creationId xmlns:a16="http://schemas.microsoft.com/office/drawing/2014/main" id="{8B15B7FC-10A1-9C8E-6788-8E8DD3B8627A}"/>
              </a:ext>
            </a:extLst>
          </p:cNvPr>
          <p:cNvSpPr>
            <a:spLocks noGrp="1"/>
          </p:cNvSpPr>
          <p:nvPr>
            <p:ph idx="1"/>
          </p:nvPr>
        </p:nvSpPr>
        <p:spPr/>
        <p:txBody>
          <a:bodyPr vert="horz" lIns="91440" tIns="45720" rIns="91440" bIns="45720" rtlCol="0" anchor="t">
            <a:normAutofit fontScale="77500" lnSpcReduction="20000"/>
          </a:bodyPr>
          <a:lstStyle/>
          <a:p>
            <a:r>
              <a:rPr lang="en-US" b="1">
                <a:ea typeface="+mj-lt"/>
                <a:cs typeface="+mj-lt"/>
              </a:rPr>
              <a:t>Nivel 1: Centro de Capacitación (Tutorial)</a:t>
            </a:r>
            <a:endParaRPr lang="en-US"/>
          </a:p>
          <a:p>
            <a:pPr lvl="1">
              <a:buFont typeface="Courier New" charset="2"/>
              <a:buChar char="o"/>
            </a:pPr>
            <a:r>
              <a:rPr lang="en-US" i="1">
                <a:ea typeface="+mj-lt"/>
                <a:cs typeface="+mj-lt"/>
              </a:rPr>
              <a:t>Concepto:</a:t>
            </a:r>
            <a:r>
              <a:rPr lang="en-US">
                <a:ea typeface="+mj-lt"/>
                <a:cs typeface="+mj-lt"/>
              </a:rPr>
              <a:t> </a:t>
            </a:r>
            <a:r>
              <a:rPr lang="en-US" err="1">
                <a:ea typeface="+mj-lt"/>
                <a:cs typeface="+mj-lt"/>
              </a:rPr>
              <a:t>Nodos</a:t>
            </a:r>
            <a:r>
              <a:rPr lang="en-US">
                <a:ea typeface="+mj-lt"/>
                <a:cs typeface="+mj-lt"/>
              </a:rPr>
              <a:t> y </a:t>
            </a:r>
            <a:r>
              <a:rPr lang="en-US" err="1">
                <a:ea typeface="+mj-lt"/>
                <a:cs typeface="+mj-lt"/>
              </a:rPr>
              <a:t>Aristas</a:t>
            </a:r>
            <a:r>
              <a:rPr lang="en-US">
                <a:ea typeface="+mj-lt"/>
                <a:cs typeface="+mj-lt"/>
              </a:rPr>
              <a:t>.</a:t>
            </a:r>
            <a:endParaRPr lang="en-US"/>
          </a:p>
          <a:p>
            <a:pPr lvl="1">
              <a:buFont typeface="Courier New" charset="2"/>
              <a:buChar char="o"/>
            </a:pPr>
            <a:r>
              <a:rPr lang="en-US" i="1">
                <a:ea typeface="+mj-lt"/>
                <a:cs typeface="+mj-lt"/>
              </a:rPr>
              <a:t>Misión:</a:t>
            </a:r>
            <a:r>
              <a:rPr lang="en-US">
                <a:ea typeface="+mj-lt"/>
                <a:cs typeface="+mj-lt"/>
              </a:rPr>
              <a:t> </a:t>
            </a:r>
            <a:r>
              <a:rPr lang="en-US" err="1">
                <a:ea typeface="+mj-lt"/>
                <a:cs typeface="+mj-lt"/>
              </a:rPr>
              <a:t>Aprender</a:t>
            </a:r>
            <a:r>
              <a:rPr lang="en-US">
                <a:ea typeface="+mj-lt"/>
                <a:cs typeface="+mj-lt"/>
              </a:rPr>
              <a:t> a </a:t>
            </a:r>
            <a:r>
              <a:rPr lang="en-US" err="1">
                <a:ea typeface="+mj-lt"/>
                <a:cs typeface="+mj-lt"/>
              </a:rPr>
              <a:t>conectar</a:t>
            </a:r>
            <a:r>
              <a:rPr lang="en-US">
                <a:ea typeface="+mj-lt"/>
                <a:cs typeface="+mj-lt"/>
              </a:rPr>
              <a:t> puntos y </a:t>
            </a:r>
            <a:r>
              <a:rPr lang="en-US" err="1">
                <a:ea typeface="+mj-lt"/>
                <a:cs typeface="+mj-lt"/>
              </a:rPr>
              <a:t>verificar</a:t>
            </a:r>
            <a:r>
              <a:rPr lang="en-US">
                <a:ea typeface="+mj-lt"/>
                <a:cs typeface="+mj-lt"/>
              </a:rPr>
              <a:t> </a:t>
            </a:r>
            <a:r>
              <a:rPr lang="en-US" err="1">
                <a:ea typeface="+mj-lt"/>
                <a:cs typeface="+mj-lt"/>
              </a:rPr>
              <a:t>flujo</a:t>
            </a:r>
            <a:r>
              <a:rPr lang="en-US">
                <a:ea typeface="+mj-lt"/>
                <a:cs typeface="+mj-lt"/>
              </a:rPr>
              <a:t> de </a:t>
            </a:r>
            <a:r>
              <a:rPr lang="en-US" err="1">
                <a:ea typeface="+mj-lt"/>
                <a:cs typeface="+mj-lt"/>
              </a:rPr>
              <a:t>energía</a:t>
            </a:r>
            <a:r>
              <a:rPr lang="en-US">
                <a:ea typeface="+mj-lt"/>
                <a:cs typeface="+mj-lt"/>
              </a:rPr>
              <a:t> .</a:t>
            </a:r>
            <a:endParaRPr lang="en-US"/>
          </a:p>
          <a:p>
            <a:r>
              <a:rPr lang="en-US" b="1">
                <a:ea typeface="+mj-lt"/>
                <a:cs typeface="+mj-lt"/>
              </a:rPr>
              <a:t>Nivel 2: El Barrio de las Sombras (BFS - Búsqueda a lo Ancho)</a:t>
            </a:r>
            <a:endParaRPr lang="en-US"/>
          </a:p>
          <a:p>
            <a:pPr lvl="1">
              <a:buFont typeface="Courier New" charset="2"/>
              <a:buChar char="o"/>
            </a:pPr>
            <a:r>
              <a:rPr lang="en-US" i="1">
                <a:ea typeface="+mj-lt"/>
                <a:cs typeface="+mj-lt"/>
              </a:rPr>
              <a:t>Concepto:</a:t>
            </a:r>
            <a:r>
              <a:rPr lang="en-US">
                <a:ea typeface="+mj-lt"/>
                <a:cs typeface="+mj-lt"/>
              </a:rPr>
              <a:t> </a:t>
            </a:r>
            <a:r>
              <a:rPr lang="en-US" err="1">
                <a:ea typeface="+mj-lt"/>
                <a:cs typeface="+mj-lt"/>
              </a:rPr>
              <a:t>Cobertura</a:t>
            </a:r>
            <a:r>
              <a:rPr lang="en-US">
                <a:ea typeface="+mj-lt"/>
                <a:cs typeface="+mj-lt"/>
              </a:rPr>
              <a:t> y </a:t>
            </a:r>
            <a:r>
              <a:rPr lang="en-US" err="1">
                <a:ea typeface="+mj-lt"/>
                <a:cs typeface="+mj-lt"/>
              </a:rPr>
              <a:t>Conectividad</a:t>
            </a:r>
            <a:r>
              <a:rPr lang="en-US">
                <a:ea typeface="+mj-lt"/>
                <a:cs typeface="+mj-lt"/>
              </a:rPr>
              <a:t>.</a:t>
            </a:r>
            <a:endParaRPr lang="en-US"/>
          </a:p>
          <a:p>
            <a:pPr lvl="1">
              <a:buFont typeface="Courier New" charset="2"/>
              <a:buChar char="o"/>
            </a:pPr>
            <a:r>
              <a:rPr lang="en-US" i="1">
                <a:ea typeface="+mj-lt"/>
                <a:cs typeface="+mj-lt"/>
              </a:rPr>
              <a:t>Misión:</a:t>
            </a:r>
            <a:r>
              <a:rPr lang="en-US">
                <a:ea typeface="+mj-lt"/>
                <a:cs typeface="+mj-lt"/>
              </a:rPr>
              <a:t> </a:t>
            </a:r>
            <a:r>
              <a:rPr lang="en-US" err="1">
                <a:ea typeface="+mj-lt"/>
                <a:cs typeface="+mj-lt"/>
              </a:rPr>
              <a:t>Conectar</a:t>
            </a:r>
            <a:r>
              <a:rPr lang="en-US">
                <a:ea typeface="+mj-lt"/>
                <a:cs typeface="+mj-lt"/>
              </a:rPr>
              <a:t> </a:t>
            </a:r>
            <a:r>
              <a:rPr lang="en-US" err="1">
                <a:ea typeface="+mj-lt"/>
                <a:cs typeface="+mj-lt"/>
              </a:rPr>
              <a:t>sectores</a:t>
            </a:r>
            <a:r>
              <a:rPr lang="en-US">
                <a:ea typeface="+mj-lt"/>
                <a:cs typeface="+mj-lt"/>
              </a:rPr>
              <a:t> </a:t>
            </a:r>
            <a:r>
              <a:rPr lang="en-US" err="1">
                <a:ea typeface="+mj-lt"/>
                <a:cs typeface="+mj-lt"/>
              </a:rPr>
              <a:t>aislados</a:t>
            </a:r>
            <a:r>
              <a:rPr lang="en-US">
                <a:ea typeface="+mj-lt"/>
                <a:cs typeface="+mj-lt"/>
              </a:rPr>
              <a:t> (</a:t>
            </a:r>
            <a:r>
              <a:rPr lang="en-US" err="1">
                <a:ea typeface="+mj-lt"/>
                <a:cs typeface="+mj-lt"/>
              </a:rPr>
              <a:t>nodos</a:t>
            </a:r>
            <a:r>
              <a:rPr lang="en-US">
                <a:ea typeface="+mj-lt"/>
                <a:cs typeface="+mj-lt"/>
              </a:rPr>
              <a:t> </a:t>
            </a:r>
            <a:r>
              <a:rPr lang="en-US" err="1">
                <a:ea typeface="+mj-lt"/>
                <a:cs typeface="+mj-lt"/>
              </a:rPr>
              <a:t>desconectados</a:t>
            </a:r>
            <a:r>
              <a:rPr lang="en-US">
                <a:ea typeface="+mj-lt"/>
                <a:cs typeface="+mj-lt"/>
              </a:rPr>
              <a:t>) para </a:t>
            </a:r>
            <a:r>
              <a:rPr lang="en-US" err="1">
                <a:ea typeface="+mj-lt"/>
                <a:cs typeface="+mj-lt"/>
              </a:rPr>
              <a:t>que</a:t>
            </a:r>
            <a:r>
              <a:rPr lang="en-US">
                <a:ea typeface="+mj-lt"/>
                <a:cs typeface="+mj-lt"/>
              </a:rPr>
              <a:t> la </a:t>
            </a:r>
            <a:r>
              <a:rPr lang="en-US" err="1">
                <a:ea typeface="+mj-lt"/>
                <a:cs typeface="+mj-lt"/>
              </a:rPr>
              <a:t>energía</a:t>
            </a:r>
            <a:r>
              <a:rPr lang="en-US">
                <a:ea typeface="+mj-lt"/>
                <a:cs typeface="+mj-lt"/>
              </a:rPr>
              <a:t> </a:t>
            </a:r>
            <a:r>
              <a:rPr lang="en-US" err="1">
                <a:ea typeface="+mj-lt"/>
                <a:cs typeface="+mj-lt"/>
              </a:rPr>
              <a:t>llegue</a:t>
            </a:r>
            <a:r>
              <a:rPr lang="en-US">
                <a:ea typeface="+mj-lt"/>
                <a:cs typeface="+mj-lt"/>
              </a:rPr>
              <a:t> a </a:t>
            </a:r>
            <a:r>
              <a:rPr lang="en-US" err="1">
                <a:ea typeface="+mj-lt"/>
                <a:cs typeface="+mj-lt"/>
              </a:rPr>
              <a:t>todas</a:t>
            </a:r>
            <a:r>
              <a:rPr lang="en-US">
                <a:ea typeface="+mj-lt"/>
                <a:cs typeface="+mj-lt"/>
              </a:rPr>
              <a:t> las casas .</a:t>
            </a:r>
            <a:endParaRPr lang="en-US"/>
          </a:p>
          <a:p>
            <a:r>
              <a:rPr lang="en-US" b="1">
                <a:ea typeface="+mj-lt"/>
                <a:cs typeface="+mj-lt"/>
              </a:rPr>
              <a:t>Nivel 3: El Distrito de Emergencias (Dijkstra)</a:t>
            </a:r>
            <a:endParaRPr lang="en-US"/>
          </a:p>
          <a:p>
            <a:pPr lvl="1">
              <a:buFont typeface="Courier New" charset="2"/>
              <a:buChar char="o"/>
            </a:pPr>
            <a:r>
              <a:rPr lang="en-US" i="1">
                <a:ea typeface="+mj-lt"/>
                <a:cs typeface="+mj-lt"/>
              </a:rPr>
              <a:t>Concepto:</a:t>
            </a:r>
            <a:r>
              <a:rPr lang="en-US">
                <a:ea typeface="+mj-lt"/>
                <a:cs typeface="+mj-lt"/>
              </a:rPr>
              <a:t> Rutas </a:t>
            </a:r>
            <a:r>
              <a:rPr lang="en-US" err="1">
                <a:ea typeface="+mj-lt"/>
                <a:cs typeface="+mj-lt"/>
              </a:rPr>
              <a:t>Óptimas</a:t>
            </a:r>
            <a:r>
              <a:rPr lang="en-US">
                <a:ea typeface="+mj-lt"/>
                <a:cs typeface="+mj-lt"/>
              </a:rPr>
              <a:t> y Costos.</a:t>
            </a:r>
            <a:endParaRPr lang="en-US"/>
          </a:p>
          <a:p>
            <a:pPr lvl="1">
              <a:buFont typeface="Courier New" charset="2"/>
              <a:buChar char="o"/>
            </a:pPr>
            <a:r>
              <a:rPr lang="en-US" i="1">
                <a:ea typeface="+mj-lt"/>
                <a:cs typeface="+mj-lt"/>
              </a:rPr>
              <a:t>Misión:</a:t>
            </a:r>
            <a:r>
              <a:rPr lang="en-US">
                <a:ea typeface="+mj-lt"/>
                <a:cs typeface="+mj-lt"/>
              </a:rPr>
              <a:t> </a:t>
            </a:r>
            <a:r>
              <a:rPr lang="en-US" err="1">
                <a:ea typeface="+mj-lt"/>
                <a:cs typeface="+mj-lt"/>
              </a:rPr>
              <a:t>Conectar</a:t>
            </a:r>
            <a:r>
              <a:rPr lang="en-US">
                <a:ea typeface="+mj-lt"/>
                <a:cs typeface="+mj-lt"/>
              </a:rPr>
              <a:t> la Planta </a:t>
            </a:r>
            <a:r>
              <a:rPr lang="en-US" err="1">
                <a:ea typeface="+mj-lt"/>
                <a:cs typeface="+mj-lt"/>
              </a:rPr>
              <a:t>Eléctrica</a:t>
            </a:r>
            <a:r>
              <a:rPr lang="en-US">
                <a:ea typeface="+mj-lt"/>
                <a:cs typeface="+mj-lt"/>
              </a:rPr>
              <a:t> con </a:t>
            </a:r>
            <a:r>
              <a:rPr lang="en-US" err="1">
                <a:ea typeface="+mj-lt"/>
                <a:cs typeface="+mj-lt"/>
              </a:rPr>
              <a:t>el</a:t>
            </a:r>
            <a:r>
              <a:rPr lang="en-US">
                <a:ea typeface="+mj-lt"/>
                <a:cs typeface="+mj-lt"/>
              </a:rPr>
              <a:t> Hospital </a:t>
            </a:r>
            <a:r>
              <a:rPr lang="en-US" err="1">
                <a:ea typeface="+mj-lt"/>
                <a:cs typeface="+mj-lt"/>
              </a:rPr>
              <a:t>usando</a:t>
            </a:r>
            <a:r>
              <a:rPr lang="en-US">
                <a:ea typeface="+mj-lt"/>
                <a:cs typeface="+mj-lt"/>
              </a:rPr>
              <a:t> la </a:t>
            </a:r>
            <a:r>
              <a:rPr lang="en-US" err="1">
                <a:ea typeface="+mj-lt"/>
                <a:cs typeface="+mj-lt"/>
              </a:rPr>
              <a:t>ruta</a:t>
            </a:r>
            <a:r>
              <a:rPr lang="en-US">
                <a:ea typeface="+mj-lt"/>
                <a:cs typeface="+mj-lt"/>
              </a:rPr>
              <a:t> </a:t>
            </a:r>
            <a:r>
              <a:rPr lang="en-US" err="1">
                <a:ea typeface="+mj-lt"/>
                <a:cs typeface="+mj-lt"/>
              </a:rPr>
              <a:t>más</a:t>
            </a:r>
            <a:r>
              <a:rPr lang="en-US">
                <a:ea typeface="+mj-lt"/>
                <a:cs typeface="+mj-lt"/>
              </a:rPr>
              <a:t> </a:t>
            </a:r>
            <a:r>
              <a:rPr lang="en-US" err="1">
                <a:ea typeface="+mj-lt"/>
                <a:cs typeface="+mj-lt"/>
              </a:rPr>
              <a:t>barata</a:t>
            </a:r>
            <a:r>
              <a:rPr lang="en-US">
                <a:ea typeface="+mj-lt"/>
                <a:cs typeface="+mj-lt"/>
              </a:rPr>
              <a:t> (</a:t>
            </a:r>
            <a:r>
              <a:rPr lang="en-US" err="1">
                <a:ea typeface="+mj-lt"/>
                <a:cs typeface="+mj-lt"/>
              </a:rPr>
              <a:t>evitando</a:t>
            </a:r>
            <a:r>
              <a:rPr lang="en-US">
                <a:ea typeface="+mj-lt"/>
                <a:cs typeface="+mj-lt"/>
              </a:rPr>
              <a:t> la zona VIP </a:t>
            </a:r>
            <a:r>
              <a:rPr lang="en-US" err="1">
                <a:ea typeface="+mj-lt"/>
                <a:cs typeface="+mj-lt"/>
              </a:rPr>
              <a:t>costosa</a:t>
            </a:r>
            <a:r>
              <a:rPr lang="en-US">
                <a:ea typeface="+mj-lt"/>
                <a:cs typeface="+mj-lt"/>
              </a:rPr>
              <a:t>) para no </a:t>
            </a:r>
            <a:r>
              <a:rPr lang="en-US" err="1">
                <a:ea typeface="+mj-lt"/>
                <a:cs typeface="+mj-lt"/>
              </a:rPr>
              <a:t>agotar</a:t>
            </a:r>
            <a:r>
              <a:rPr lang="en-US">
                <a:ea typeface="+mj-lt"/>
                <a:cs typeface="+mj-lt"/>
              </a:rPr>
              <a:t> </a:t>
            </a:r>
            <a:r>
              <a:rPr lang="en-US" err="1">
                <a:ea typeface="+mj-lt"/>
                <a:cs typeface="+mj-lt"/>
              </a:rPr>
              <a:t>el</a:t>
            </a:r>
            <a:r>
              <a:rPr lang="en-US">
                <a:ea typeface="+mj-lt"/>
                <a:cs typeface="+mj-lt"/>
              </a:rPr>
              <a:t> </a:t>
            </a:r>
            <a:r>
              <a:rPr lang="en-US" err="1">
                <a:ea typeface="+mj-lt"/>
                <a:cs typeface="+mj-lt"/>
              </a:rPr>
              <a:t>presupuesto</a:t>
            </a:r>
            <a:r>
              <a:rPr lang="en-US">
                <a:ea typeface="+mj-lt"/>
                <a:cs typeface="+mj-lt"/>
              </a:rPr>
              <a:t> .</a:t>
            </a:r>
            <a:endParaRPr lang="en-US"/>
          </a:p>
          <a:p>
            <a:r>
              <a:rPr lang="en-US" b="1">
                <a:ea typeface="+mj-lt"/>
                <a:cs typeface="+mj-lt"/>
              </a:rPr>
              <a:t>Nivel 4: La Auditoría de los Contratos (Prim - Árbol de Expansión Mínima)</a:t>
            </a:r>
            <a:endParaRPr lang="en-US"/>
          </a:p>
          <a:p>
            <a:pPr lvl="1">
              <a:buFont typeface="Courier New" charset="2"/>
              <a:buChar char="o"/>
            </a:pPr>
            <a:r>
              <a:rPr lang="en-US" i="1">
                <a:ea typeface="+mj-lt"/>
                <a:cs typeface="+mj-lt"/>
              </a:rPr>
              <a:t>Concepto:</a:t>
            </a:r>
            <a:r>
              <a:rPr lang="en-US">
                <a:ea typeface="+mj-lt"/>
                <a:cs typeface="+mj-lt"/>
              </a:rPr>
              <a:t> </a:t>
            </a:r>
            <a:r>
              <a:rPr lang="en-US" err="1">
                <a:ea typeface="+mj-lt"/>
                <a:cs typeface="+mj-lt"/>
              </a:rPr>
              <a:t>Optimización</a:t>
            </a:r>
            <a:r>
              <a:rPr lang="en-US">
                <a:ea typeface="+mj-lt"/>
                <a:cs typeface="+mj-lt"/>
              </a:rPr>
              <a:t> de red completa.</a:t>
            </a:r>
            <a:endParaRPr lang="en-US"/>
          </a:p>
          <a:p>
            <a:pPr lvl="1">
              <a:buFont typeface="Courier New" charset="2"/>
              <a:buChar char="o"/>
            </a:pPr>
            <a:r>
              <a:rPr lang="en-US" i="1">
                <a:ea typeface="+mj-lt"/>
                <a:cs typeface="+mj-lt"/>
              </a:rPr>
              <a:t>Misión:</a:t>
            </a:r>
            <a:r>
              <a:rPr lang="en-US">
                <a:ea typeface="+mj-lt"/>
                <a:cs typeface="+mj-lt"/>
              </a:rPr>
              <a:t> </a:t>
            </a:r>
            <a:r>
              <a:rPr lang="en-US" err="1">
                <a:ea typeface="+mj-lt"/>
                <a:cs typeface="+mj-lt"/>
              </a:rPr>
              <a:t>Conectar</a:t>
            </a:r>
            <a:r>
              <a:rPr lang="en-US">
                <a:ea typeface="+mj-lt"/>
                <a:cs typeface="+mj-lt"/>
              </a:rPr>
              <a:t> </a:t>
            </a:r>
            <a:r>
              <a:rPr lang="en-US" err="1">
                <a:ea typeface="+mj-lt"/>
                <a:cs typeface="+mj-lt"/>
              </a:rPr>
              <a:t>todas</a:t>
            </a:r>
            <a:r>
              <a:rPr lang="en-US">
                <a:ea typeface="+mj-lt"/>
                <a:cs typeface="+mj-lt"/>
              </a:rPr>
              <a:t> las </a:t>
            </a:r>
            <a:r>
              <a:rPr lang="en-US" err="1">
                <a:ea typeface="+mj-lt"/>
                <a:cs typeface="+mj-lt"/>
              </a:rPr>
              <a:t>fábricas</a:t>
            </a:r>
            <a:r>
              <a:rPr lang="en-US">
                <a:ea typeface="+mj-lt"/>
                <a:cs typeface="+mj-lt"/>
              </a:rPr>
              <a:t> con </a:t>
            </a:r>
            <a:r>
              <a:rPr lang="en-US" err="1">
                <a:ea typeface="+mj-lt"/>
                <a:cs typeface="+mj-lt"/>
              </a:rPr>
              <a:t>el</a:t>
            </a:r>
            <a:r>
              <a:rPr lang="en-US">
                <a:ea typeface="+mj-lt"/>
                <a:cs typeface="+mj-lt"/>
              </a:rPr>
              <a:t> </a:t>
            </a:r>
            <a:r>
              <a:rPr lang="en-US" err="1">
                <a:ea typeface="+mj-lt"/>
                <a:cs typeface="+mj-lt"/>
              </a:rPr>
              <a:t>mínimo</a:t>
            </a:r>
            <a:r>
              <a:rPr lang="en-US">
                <a:ea typeface="+mj-lt"/>
                <a:cs typeface="+mj-lt"/>
              </a:rPr>
              <a:t> cable </a:t>
            </a:r>
            <a:r>
              <a:rPr lang="en-US" err="1">
                <a:ea typeface="+mj-lt"/>
                <a:cs typeface="+mj-lt"/>
              </a:rPr>
              <a:t>posible</a:t>
            </a:r>
            <a:r>
              <a:rPr lang="en-US">
                <a:ea typeface="+mj-lt"/>
                <a:cs typeface="+mj-lt"/>
              </a:rPr>
              <a:t>, </a:t>
            </a:r>
            <a:r>
              <a:rPr lang="en-US" err="1">
                <a:ea typeface="+mj-lt"/>
                <a:cs typeface="+mj-lt"/>
              </a:rPr>
              <a:t>eliminando</a:t>
            </a:r>
            <a:r>
              <a:rPr lang="en-US">
                <a:ea typeface="+mj-lt"/>
                <a:cs typeface="+mj-lt"/>
              </a:rPr>
              <a:t> </a:t>
            </a:r>
            <a:r>
              <a:rPr lang="en-US" err="1">
                <a:ea typeface="+mj-lt"/>
                <a:cs typeface="+mj-lt"/>
              </a:rPr>
              <a:t>bucles</a:t>
            </a:r>
            <a:r>
              <a:rPr lang="en-US">
                <a:ea typeface="+mj-lt"/>
                <a:cs typeface="+mj-lt"/>
              </a:rPr>
              <a:t> </a:t>
            </a:r>
            <a:r>
              <a:rPr lang="en-US" err="1">
                <a:ea typeface="+mj-lt"/>
                <a:cs typeface="+mj-lt"/>
              </a:rPr>
              <a:t>innecesarios</a:t>
            </a:r>
            <a:r>
              <a:rPr lang="en-US">
                <a:ea typeface="+mj-lt"/>
                <a:cs typeface="+mj-lt"/>
              </a:rPr>
              <a:t> .</a:t>
            </a:r>
            <a:endParaRPr lang="en-US"/>
          </a:p>
          <a:p>
            <a:endParaRPr lang="en-US"/>
          </a:p>
        </p:txBody>
      </p:sp>
      <p:sp>
        <p:nvSpPr>
          <p:cNvPr id="4" name="Footer Placeholder 3">
            <a:extLst>
              <a:ext uri="{FF2B5EF4-FFF2-40B4-BE49-F238E27FC236}">
                <a16:creationId xmlns:a16="http://schemas.microsoft.com/office/drawing/2014/main" id="{9C0EA102-8883-0E37-424E-1F1559024CC4}"/>
              </a:ext>
            </a:extLst>
          </p:cNvPr>
          <p:cNvSpPr>
            <a:spLocks noGrp="1"/>
          </p:cNvSpPr>
          <p:nvPr>
            <p:ph type="ftr" sz="quarter" idx="11"/>
          </p:nvPr>
        </p:nvSpPr>
        <p:spPr/>
        <p:txBody>
          <a:bodyPr/>
          <a:lstStyle/>
          <a:p>
            <a:r>
              <a:rPr lang="en-US"/>
              <a:t>Autor: APELLIDO NOMBRE</a:t>
            </a:r>
          </a:p>
        </p:txBody>
      </p:sp>
      <p:sp>
        <p:nvSpPr>
          <p:cNvPr id="6" name="Slide Number Placeholder 5">
            <a:extLst>
              <a:ext uri="{FF2B5EF4-FFF2-40B4-BE49-F238E27FC236}">
                <a16:creationId xmlns:a16="http://schemas.microsoft.com/office/drawing/2014/main" id="{AA779160-7A0C-DD92-3DA2-EB4102D64D41}"/>
              </a:ext>
            </a:extLst>
          </p:cNvPr>
          <p:cNvSpPr>
            <a:spLocks noGrp="1"/>
          </p:cNvSpPr>
          <p:nvPr>
            <p:ph type="sldNum" sz="quarter" idx="12"/>
          </p:nvPr>
        </p:nvSpPr>
        <p:spPr/>
        <p:txBody>
          <a:bodyPr/>
          <a:lstStyle/>
          <a:p>
            <a:fld id="{9BF1773D-C84C-42E8-82E9-23B2760B8EC4}" type="slidenum">
              <a:rPr lang="en-US" smtClean="0"/>
              <a:pPr/>
              <a:t>8</a:t>
            </a:fld>
            <a:endParaRPr lang="en-US"/>
          </a:p>
          <a:p>
            <a:r>
              <a:rPr lang="en-US"/>
              <a:t> / 11</a:t>
            </a:r>
          </a:p>
        </p:txBody>
      </p:sp>
      <p:sp>
        <p:nvSpPr>
          <p:cNvPr id="8" name="CuadroTexto 7">
            <a:extLst>
              <a:ext uri="{FF2B5EF4-FFF2-40B4-BE49-F238E27FC236}">
                <a16:creationId xmlns:a16="http://schemas.microsoft.com/office/drawing/2014/main" id="{BBC626EE-4EC4-A953-5E0F-92305BDF171D}"/>
              </a:ext>
            </a:extLst>
          </p:cNvPr>
          <p:cNvSpPr txBox="1"/>
          <p:nvPr/>
        </p:nvSpPr>
        <p:spPr>
          <a:xfrm>
            <a:off x="9204579" y="20639"/>
            <a:ext cx="1690547" cy="877163"/>
          </a:xfrm>
          <a:prstGeom prst="rect">
            <a:avLst/>
          </a:prstGeom>
          <a:noFill/>
        </p:spPr>
        <p:txBody>
          <a:bodyPr wrap="square">
            <a:spAutoFit/>
          </a:bodyPr>
          <a:lstStyle>
            <a:defPPr>
              <a:defRPr lang="en-US"/>
            </a:defPPr>
            <a:lvl1pPr lvl="0">
              <a:tabLst>
                <a:tab pos="457200" algn="l"/>
              </a:tabLst>
              <a:defRPr sz="850" kern="100">
                <a:latin typeface="Aptos" panose="020B0004020202020204" pitchFamily="34" charset="0"/>
                <a:cs typeface="Times New Roman" panose="02020603050405020304" pitchFamily="18" charset="0"/>
              </a:defRPr>
            </a:lvl1pPr>
          </a:lstStyle>
          <a:p>
            <a:r>
              <a:rPr lang="es-EC"/>
              <a:t>1. PROBLEMA</a:t>
            </a:r>
          </a:p>
          <a:p>
            <a:r>
              <a:rPr lang="es-EC"/>
              <a:t>2. OBJETIVOS</a:t>
            </a:r>
          </a:p>
          <a:p>
            <a:r>
              <a:rPr lang="es-EC"/>
              <a:t>3. PROPUESTA</a:t>
            </a:r>
          </a:p>
          <a:p>
            <a:r>
              <a:rPr lang="es-EC"/>
              <a:t>4. METODOLOGIA</a:t>
            </a:r>
          </a:p>
          <a:p>
            <a:r>
              <a:rPr lang="es-EC" b="1">
                <a:solidFill>
                  <a:srgbClr val="F28B1C"/>
                </a:solidFill>
              </a:rPr>
              <a:t>4. PROTOTIPO</a:t>
            </a:r>
          </a:p>
          <a:p>
            <a:r>
              <a:rPr lang="es-EC"/>
              <a:t>8 CONCLUSIONES</a:t>
            </a:r>
          </a:p>
        </p:txBody>
      </p:sp>
    </p:spTree>
    <p:extLst>
      <p:ext uri="{BB962C8B-B14F-4D97-AF65-F5344CB8AC3E}">
        <p14:creationId xmlns:p14="http://schemas.microsoft.com/office/powerpoint/2010/main" val="2649929489"/>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C2D5D-0B95-B192-5A55-4E6D6B4A2F3B}"/>
              </a:ext>
            </a:extLst>
          </p:cNvPr>
          <p:cNvSpPr>
            <a:spLocks noGrp="1"/>
          </p:cNvSpPr>
          <p:nvPr>
            <p:ph type="title"/>
          </p:nvPr>
        </p:nvSpPr>
        <p:spPr/>
        <p:txBody>
          <a:bodyPr/>
          <a:lstStyle/>
          <a:p>
            <a:r>
              <a:rPr lang="es-EC" b="1">
                <a:solidFill>
                  <a:srgbClr val="F28B1C"/>
                </a:solidFill>
              </a:rPr>
              <a:t>CONCLUSIONES</a:t>
            </a:r>
            <a:endParaRPr lang="en-US" b="1">
              <a:solidFill>
                <a:srgbClr val="F28B1C"/>
              </a:solidFill>
            </a:endParaRPr>
          </a:p>
        </p:txBody>
      </p:sp>
      <p:sp>
        <p:nvSpPr>
          <p:cNvPr id="4" name="Footer Placeholder 3">
            <a:extLst>
              <a:ext uri="{FF2B5EF4-FFF2-40B4-BE49-F238E27FC236}">
                <a16:creationId xmlns:a16="http://schemas.microsoft.com/office/drawing/2014/main" id="{527A73FD-8E50-A5A6-C226-F3591C50E846}"/>
              </a:ext>
            </a:extLst>
          </p:cNvPr>
          <p:cNvSpPr>
            <a:spLocks noGrp="1"/>
          </p:cNvSpPr>
          <p:nvPr>
            <p:ph type="ftr" sz="quarter" idx="11"/>
          </p:nvPr>
        </p:nvSpPr>
        <p:spPr/>
        <p:txBody>
          <a:bodyPr/>
          <a:lstStyle/>
          <a:p>
            <a:r>
              <a:rPr lang="en-US"/>
              <a:t>Autor: APELLIDO NOMBRE</a:t>
            </a:r>
          </a:p>
        </p:txBody>
      </p:sp>
      <p:sp>
        <p:nvSpPr>
          <p:cNvPr id="6" name="Slide Number Placeholder 5">
            <a:extLst>
              <a:ext uri="{FF2B5EF4-FFF2-40B4-BE49-F238E27FC236}">
                <a16:creationId xmlns:a16="http://schemas.microsoft.com/office/drawing/2014/main" id="{B9E82626-6B6F-F973-C0A5-C68A54861713}"/>
              </a:ext>
            </a:extLst>
          </p:cNvPr>
          <p:cNvSpPr>
            <a:spLocks noGrp="1"/>
          </p:cNvSpPr>
          <p:nvPr>
            <p:ph type="sldNum" sz="quarter" idx="12"/>
          </p:nvPr>
        </p:nvSpPr>
        <p:spPr/>
        <p:txBody>
          <a:bodyPr/>
          <a:lstStyle/>
          <a:p>
            <a:fld id="{9BF1773D-C84C-42E8-82E9-23B2760B8EC4}" type="slidenum">
              <a:rPr lang="en-US" smtClean="0"/>
              <a:pPr/>
              <a:t>9</a:t>
            </a:fld>
            <a:endParaRPr lang="en-US"/>
          </a:p>
          <a:p>
            <a:r>
              <a:rPr lang="en-US"/>
              <a:t> /11</a:t>
            </a:r>
          </a:p>
        </p:txBody>
      </p:sp>
      <p:sp>
        <p:nvSpPr>
          <p:cNvPr id="7" name="CuadroTexto 6">
            <a:extLst>
              <a:ext uri="{FF2B5EF4-FFF2-40B4-BE49-F238E27FC236}">
                <a16:creationId xmlns:a16="http://schemas.microsoft.com/office/drawing/2014/main" id="{67D59BDF-43D9-9381-3A25-761299819835}"/>
              </a:ext>
            </a:extLst>
          </p:cNvPr>
          <p:cNvSpPr txBox="1"/>
          <p:nvPr/>
        </p:nvSpPr>
        <p:spPr>
          <a:xfrm>
            <a:off x="9205560" y="14136"/>
            <a:ext cx="1690547" cy="877163"/>
          </a:xfrm>
          <a:prstGeom prst="rect">
            <a:avLst/>
          </a:prstGeom>
          <a:noFill/>
        </p:spPr>
        <p:txBody>
          <a:bodyPr wrap="square">
            <a:spAutoFit/>
          </a:bodyPr>
          <a:lstStyle>
            <a:defPPr>
              <a:defRPr lang="en-US"/>
            </a:defPPr>
            <a:lvl1pPr lvl="0">
              <a:tabLst>
                <a:tab pos="457200" algn="l"/>
              </a:tabLst>
              <a:defRPr sz="850" kern="100">
                <a:latin typeface="Aptos" panose="020B0004020202020204" pitchFamily="34" charset="0"/>
                <a:cs typeface="Times New Roman" panose="02020603050405020304" pitchFamily="18" charset="0"/>
              </a:defRPr>
            </a:lvl1pPr>
          </a:lstStyle>
          <a:p>
            <a:r>
              <a:rPr lang="es-EC"/>
              <a:t>1. PROBLEMA</a:t>
            </a:r>
          </a:p>
          <a:p>
            <a:r>
              <a:rPr lang="es-EC"/>
              <a:t>2. OBJETIVOS</a:t>
            </a:r>
          </a:p>
          <a:p>
            <a:r>
              <a:rPr lang="es-EC"/>
              <a:t>3. PROPUESTA</a:t>
            </a:r>
          </a:p>
          <a:p>
            <a:r>
              <a:rPr lang="es-EC"/>
              <a:t>4. METODOLOGIA</a:t>
            </a:r>
          </a:p>
          <a:p>
            <a:r>
              <a:rPr lang="es-EC"/>
              <a:t>4. PROTOTIPO</a:t>
            </a:r>
          </a:p>
          <a:p>
            <a:r>
              <a:rPr lang="es-EC" b="1">
                <a:solidFill>
                  <a:srgbClr val="F28B1C"/>
                </a:solidFill>
              </a:rPr>
              <a:t>8 CONCLUSIONES</a:t>
            </a:r>
          </a:p>
        </p:txBody>
      </p:sp>
      <p:sp>
        <p:nvSpPr>
          <p:cNvPr id="5" name="CuadroTexto 4">
            <a:extLst>
              <a:ext uri="{FF2B5EF4-FFF2-40B4-BE49-F238E27FC236}">
                <a16:creationId xmlns:a16="http://schemas.microsoft.com/office/drawing/2014/main" id="{6139BA3C-15FA-0993-F913-BA70C35EA0AA}"/>
              </a:ext>
            </a:extLst>
          </p:cNvPr>
          <p:cNvSpPr txBox="1"/>
          <p:nvPr/>
        </p:nvSpPr>
        <p:spPr>
          <a:xfrm>
            <a:off x="1103311" y="1454114"/>
            <a:ext cx="7897253" cy="3139321"/>
          </a:xfrm>
          <a:prstGeom prst="rect">
            <a:avLst/>
          </a:prstGeom>
          <a:noFill/>
        </p:spPr>
        <p:txBody>
          <a:bodyPr wrap="square">
            <a:spAutoFit/>
          </a:bodyPr>
          <a:lstStyle/>
          <a:p>
            <a:pPr marL="285750" indent="-285750">
              <a:buFont typeface="Arial" panose="020B0604020202020204" pitchFamily="34" charset="0"/>
              <a:buChar char="•"/>
            </a:pPr>
            <a:r>
              <a:rPr lang="es-EC" b="0" i="1">
                <a:effectLst/>
                <a:latin typeface="Segoe WPC"/>
              </a:rPr>
              <a:t>Se concluye que propuesta planteada no es solo una solución técnica, sino una respuesta pedagógica que ataca directamente la barrera de abstracción identificada, justificándose teóricamente el uso de la visualización interactiva de algoritmos (BFS, Dijkstra, Prim) como el mecanismo clave para facilitar la comprensión profunda y el razonamiento lógico-matemático en los estudiantes</a:t>
            </a:r>
          </a:p>
          <a:p>
            <a:pPr marL="285750" indent="-285750">
              <a:buFont typeface="Arial" panose="020B0604020202020204" pitchFamily="34" charset="0"/>
              <a:buChar char="•"/>
            </a:pPr>
            <a:endParaRPr lang="es-EC" i="1">
              <a:latin typeface="Segoe WPC"/>
            </a:endParaRPr>
          </a:p>
          <a:p>
            <a:pPr marL="285750" indent="-285750">
              <a:buFont typeface="Arial" panose="020B0604020202020204" pitchFamily="34" charset="0"/>
              <a:buChar char="•"/>
            </a:pPr>
            <a:r>
              <a:rPr lang="es-EC" b="0" i="1">
                <a:effectLst/>
                <a:latin typeface="Segoe WPC"/>
              </a:rPr>
              <a:t>La estructuración del proyecto mediante un enfoque híbrido, que integra la metodología de diseño centrado en el usuario (</a:t>
            </a:r>
            <a:r>
              <a:rPr lang="es-EC" b="0" i="1" err="1">
                <a:effectLst/>
                <a:latin typeface="Segoe WPC"/>
              </a:rPr>
              <a:t>iPlus</a:t>
            </a:r>
            <a:r>
              <a:rPr lang="es-EC" b="0" i="1">
                <a:effectLst/>
                <a:latin typeface="Segoe WPC"/>
              </a:rPr>
              <a:t>) con el marco de trabajo ágil (SCRUM), proporciona una base sólida para garantizar el éxito del desarrollo futuro</a:t>
            </a:r>
            <a:endParaRPr lang="en-US"/>
          </a:p>
        </p:txBody>
      </p:sp>
    </p:spTree>
    <p:extLst>
      <p:ext uri="{BB962C8B-B14F-4D97-AF65-F5344CB8AC3E}">
        <p14:creationId xmlns:p14="http://schemas.microsoft.com/office/powerpoint/2010/main" val="2984311082"/>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02FA663-4567-705A-307F-4F3016EB58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FB377D-26F3-9AAF-0CD7-AF42A305DAC8}"/>
              </a:ext>
            </a:extLst>
          </p:cNvPr>
          <p:cNvSpPr>
            <a:spLocks noGrp="1"/>
          </p:cNvSpPr>
          <p:nvPr>
            <p:ph type="title"/>
          </p:nvPr>
        </p:nvSpPr>
        <p:spPr/>
        <p:txBody>
          <a:bodyPr/>
          <a:lstStyle/>
          <a:p>
            <a:r>
              <a:rPr lang="es-EC" b="1">
                <a:solidFill>
                  <a:srgbClr val="F28B1C"/>
                </a:solidFill>
              </a:rPr>
              <a:t>REFERENCIAS</a:t>
            </a:r>
            <a:endParaRPr lang="en-US" b="1">
              <a:solidFill>
                <a:srgbClr val="F28B1C"/>
              </a:solidFill>
            </a:endParaRPr>
          </a:p>
        </p:txBody>
      </p:sp>
      <p:sp>
        <p:nvSpPr>
          <p:cNvPr id="4" name="Footer Placeholder 3">
            <a:extLst>
              <a:ext uri="{FF2B5EF4-FFF2-40B4-BE49-F238E27FC236}">
                <a16:creationId xmlns:a16="http://schemas.microsoft.com/office/drawing/2014/main" id="{812C55B5-7BC9-75A3-1296-FF53478C601D}"/>
              </a:ext>
            </a:extLst>
          </p:cNvPr>
          <p:cNvSpPr>
            <a:spLocks noGrp="1"/>
          </p:cNvSpPr>
          <p:nvPr>
            <p:ph type="ftr" sz="quarter" idx="11"/>
          </p:nvPr>
        </p:nvSpPr>
        <p:spPr/>
        <p:txBody>
          <a:bodyPr/>
          <a:lstStyle/>
          <a:p>
            <a:r>
              <a:rPr lang="en-US"/>
              <a:t>Autor: APELLIDO NOMBRE</a:t>
            </a:r>
          </a:p>
        </p:txBody>
      </p:sp>
      <p:sp>
        <p:nvSpPr>
          <p:cNvPr id="6" name="Slide Number Placeholder 5">
            <a:extLst>
              <a:ext uri="{FF2B5EF4-FFF2-40B4-BE49-F238E27FC236}">
                <a16:creationId xmlns:a16="http://schemas.microsoft.com/office/drawing/2014/main" id="{7277E88C-1AED-706A-4DE4-A9CF851317F4}"/>
              </a:ext>
            </a:extLst>
          </p:cNvPr>
          <p:cNvSpPr>
            <a:spLocks noGrp="1"/>
          </p:cNvSpPr>
          <p:nvPr>
            <p:ph type="sldNum" sz="quarter" idx="12"/>
          </p:nvPr>
        </p:nvSpPr>
        <p:spPr/>
        <p:txBody>
          <a:bodyPr/>
          <a:lstStyle/>
          <a:p>
            <a:fld id="{9BF1773D-C84C-42E8-82E9-23B2760B8EC4}" type="slidenum">
              <a:rPr lang="en-US" smtClean="0"/>
              <a:pPr/>
              <a:t>10</a:t>
            </a:fld>
            <a:endParaRPr lang="en-US"/>
          </a:p>
          <a:p>
            <a:r>
              <a:rPr lang="en-US"/>
              <a:t> /11</a:t>
            </a:r>
          </a:p>
        </p:txBody>
      </p:sp>
      <p:sp>
        <p:nvSpPr>
          <p:cNvPr id="7" name="CuadroTexto 6">
            <a:extLst>
              <a:ext uri="{FF2B5EF4-FFF2-40B4-BE49-F238E27FC236}">
                <a16:creationId xmlns:a16="http://schemas.microsoft.com/office/drawing/2014/main" id="{8D91DE7A-179B-8E7C-3B6B-8312B2175FA6}"/>
              </a:ext>
            </a:extLst>
          </p:cNvPr>
          <p:cNvSpPr txBox="1"/>
          <p:nvPr/>
        </p:nvSpPr>
        <p:spPr>
          <a:xfrm>
            <a:off x="9205560" y="14136"/>
            <a:ext cx="1690547" cy="877163"/>
          </a:xfrm>
          <a:prstGeom prst="rect">
            <a:avLst/>
          </a:prstGeom>
          <a:noFill/>
        </p:spPr>
        <p:txBody>
          <a:bodyPr wrap="square">
            <a:spAutoFit/>
          </a:bodyPr>
          <a:lstStyle>
            <a:defPPr>
              <a:defRPr lang="en-US"/>
            </a:defPPr>
            <a:lvl1pPr lvl="0">
              <a:tabLst>
                <a:tab pos="457200" algn="l"/>
              </a:tabLst>
              <a:defRPr sz="850" kern="100">
                <a:latin typeface="Aptos" panose="020B0004020202020204" pitchFamily="34" charset="0"/>
                <a:cs typeface="Times New Roman" panose="02020603050405020304" pitchFamily="18" charset="0"/>
              </a:defRPr>
            </a:lvl1pPr>
          </a:lstStyle>
          <a:p>
            <a:r>
              <a:rPr lang="es-EC"/>
              <a:t>1. PROBLEMA</a:t>
            </a:r>
          </a:p>
          <a:p>
            <a:r>
              <a:rPr lang="es-EC"/>
              <a:t>2. OBJETIVOS</a:t>
            </a:r>
          </a:p>
          <a:p>
            <a:r>
              <a:rPr lang="es-EC"/>
              <a:t>3. PROPUESTA</a:t>
            </a:r>
          </a:p>
          <a:p>
            <a:r>
              <a:rPr lang="es-EC"/>
              <a:t>4. METODOLOGIA</a:t>
            </a:r>
          </a:p>
          <a:p>
            <a:r>
              <a:rPr lang="es-EC" b="1">
                <a:solidFill>
                  <a:srgbClr val="F28B1C"/>
                </a:solidFill>
              </a:rPr>
              <a:t>4. PROTOTIPO</a:t>
            </a:r>
          </a:p>
          <a:p>
            <a:r>
              <a:rPr lang="es-EC"/>
              <a:t>8 CONCLUSIONES</a:t>
            </a:r>
          </a:p>
        </p:txBody>
      </p:sp>
      <p:sp>
        <p:nvSpPr>
          <p:cNvPr id="5" name="CuadroTexto 4">
            <a:extLst>
              <a:ext uri="{FF2B5EF4-FFF2-40B4-BE49-F238E27FC236}">
                <a16:creationId xmlns:a16="http://schemas.microsoft.com/office/drawing/2014/main" id="{3B2B9B78-A87F-329D-421F-08377611A8F7}"/>
              </a:ext>
            </a:extLst>
          </p:cNvPr>
          <p:cNvSpPr txBox="1"/>
          <p:nvPr/>
        </p:nvSpPr>
        <p:spPr>
          <a:xfrm>
            <a:off x="1326776" y="2004845"/>
            <a:ext cx="6096000" cy="3691203"/>
          </a:xfrm>
          <a:prstGeom prst="rect">
            <a:avLst/>
          </a:prstGeom>
          <a:noFill/>
        </p:spPr>
        <p:txBody>
          <a:bodyPr wrap="square" lIns="91440" tIns="45720" rIns="91440" bIns="45720" anchor="t">
            <a:spAutoFit/>
          </a:bodyPr>
          <a:lstStyle/>
          <a:p>
            <a:pPr marL="285750" indent="-285750">
              <a:buFont typeface="Arial"/>
              <a:buChar char="•"/>
            </a:pPr>
            <a:r>
              <a:rPr lang="en-US" sz="1800">
                <a:solidFill>
                  <a:srgbClr val="000000"/>
                </a:solidFill>
                <a:effectLst/>
                <a:ea typeface="+mn-lt"/>
                <a:cs typeface="+mn-lt"/>
              </a:rPr>
              <a:t>[1]</a:t>
            </a:r>
            <a:r>
              <a:rPr lang="en-US">
                <a:solidFill>
                  <a:srgbClr val="000000"/>
                </a:solidFill>
                <a:ea typeface="+mn-lt"/>
                <a:cs typeface="+mn-lt"/>
              </a:rPr>
              <a:t> A. M. Tambo Minga, “</a:t>
            </a:r>
            <a:r>
              <a:rPr lang="en-US" err="1">
                <a:solidFill>
                  <a:srgbClr val="000000"/>
                </a:solidFill>
                <a:ea typeface="+mn-lt"/>
                <a:cs typeface="+mn-lt"/>
              </a:rPr>
              <a:t>Juegos</a:t>
            </a:r>
            <a:r>
              <a:rPr lang="en-US">
                <a:solidFill>
                  <a:srgbClr val="000000"/>
                </a:solidFill>
                <a:ea typeface="+mn-lt"/>
                <a:cs typeface="+mn-lt"/>
              </a:rPr>
              <a:t> Serios y </a:t>
            </a:r>
            <a:r>
              <a:rPr lang="en-US" err="1">
                <a:solidFill>
                  <a:srgbClr val="000000"/>
                </a:solidFill>
                <a:ea typeface="+mn-lt"/>
                <a:cs typeface="+mn-lt"/>
              </a:rPr>
              <a:t>su</a:t>
            </a:r>
            <a:r>
              <a:rPr lang="en-US">
                <a:solidFill>
                  <a:srgbClr val="000000"/>
                </a:solidFill>
                <a:ea typeface="+mn-lt"/>
                <a:cs typeface="+mn-lt"/>
              </a:rPr>
              <a:t> </a:t>
            </a:r>
            <a:r>
              <a:rPr lang="en-US" err="1">
                <a:solidFill>
                  <a:srgbClr val="000000"/>
                </a:solidFill>
                <a:ea typeface="+mn-lt"/>
                <a:cs typeface="+mn-lt"/>
              </a:rPr>
              <a:t>Incidencia</a:t>
            </a:r>
            <a:r>
              <a:rPr lang="en-US">
                <a:solidFill>
                  <a:srgbClr val="000000"/>
                </a:solidFill>
                <a:ea typeface="+mn-lt"/>
                <a:cs typeface="+mn-lt"/>
              </a:rPr>
              <a:t> </a:t>
            </a:r>
            <a:r>
              <a:rPr lang="en-US" err="1">
                <a:solidFill>
                  <a:srgbClr val="000000"/>
                </a:solidFill>
                <a:ea typeface="+mn-lt"/>
                <a:cs typeface="+mn-lt"/>
              </a:rPr>
              <a:t>en</a:t>
            </a:r>
            <a:r>
              <a:rPr lang="en-US">
                <a:solidFill>
                  <a:srgbClr val="000000"/>
                </a:solidFill>
                <a:ea typeface="+mn-lt"/>
                <a:cs typeface="+mn-lt"/>
              </a:rPr>
              <a:t> </a:t>
            </a:r>
            <a:r>
              <a:rPr lang="en-US" err="1">
                <a:solidFill>
                  <a:srgbClr val="000000"/>
                </a:solidFill>
                <a:ea typeface="+mn-lt"/>
                <a:cs typeface="+mn-lt"/>
              </a:rPr>
              <a:t>el</a:t>
            </a:r>
            <a:r>
              <a:rPr lang="en-US">
                <a:solidFill>
                  <a:srgbClr val="000000"/>
                </a:solidFill>
                <a:ea typeface="+mn-lt"/>
                <a:cs typeface="+mn-lt"/>
              </a:rPr>
              <a:t> </a:t>
            </a:r>
            <a:r>
              <a:rPr lang="en-US" err="1">
                <a:solidFill>
                  <a:srgbClr val="000000"/>
                </a:solidFill>
                <a:ea typeface="+mn-lt"/>
                <a:cs typeface="+mn-lt"/>
              </a:rPr>
              <a:t>Proceso</a:t>
            </a:r>
            <a:r>
              <a:rPr lang="en-US">
                <a:solidFill>
                  <a:srgbClr val="000000"/>
                </a:solidFill>
                <a:ea typeface="+mn-lt"/>
                <a:cs typeface="+mn-lt"/>
              </a:rPr>
              <a:t> de </a:t>
            </a:r>
            <a:r>
              <a:rPr lang="en-US" err="1">
                <a:solidFill>
                  <a:srgbClr val="000000"/>
                </a:solidFill>
                <a:ea typeface="+mn-lt"/>
                <a:cs typeface="+mn-lt"/>
              </a:rPr>
              <a:t>Enseñanza</a:t>
            </a:r>
            <a:r>
              <a:rPr lang="en-US">
                <a:solidFill>
                  <a:srgbClr val="000000"/>
                </a:solidFill>
                <a:ea typeface="+mn-lt"/>
                <a:cs typeface="+mn-lt"/>
              </a:rPr>
              <a:t>...” .</a:t>
            </a:r>
            <a:endParaRPr lang="es-ES"/>
          </a:p>
          <a:p>
            <a:pPr marL="285750" indent="-285750">
              <a:buFont typeface="Arial"/>
              <a:buChar char="•"/>
            </a:pPr>
            <a:r>
              <a:rPr lang="en-US">
                <a:solidFill>
                  <a:srgbClr val="000000"/>
                </a:solidFill>
                <a:ea typeface="+mn-lt"/>
                <a:cs typeface="+mn-lt"/>
              </a:rPr>
              <a:t>[2] F. Á. Bravo Sánchez, “Uso de </a:t>
            </a:r>
            <a:r>
              <a:rPr lang="en-US" err="1">
                <a:solidFill>
                  <a:srgbClr val="000000"/>
                </a:solidFill>
                <a:ea typeface="+mn-lt"/>
                <a:cs typeface="+mn-lt"/>
              </a:rPr>
              <a:t>los</a:t>
            </a:r>
            <a:r>
              <a:rPr lang="en-US">
                <a:solidFill>
                  <a:srgbClr val="000000"/>
                </a:solidFill>
                <a:ea typeface="+mn-lt"/>
                <a:cs typeface="+mn-lt"/>
              </a:rPr>
              <a:t> </a:t>
            </a:r>
            <a:r>
              <a:rPr lang="en-US" err="1">
                <a:solidFill>
                  <a:srgbClr val="000000"/>
                </a:solidFill>
                <a:ea typeface="+mn-lt"/>
                <a:cs typeface="+mn-lt"/>
              </a:rPr>
              <a:t>juegos</a:t>
            </a:r>
            <a:r>
              <a:rPr lang="en-US">
                <a:solidFill>
                  <a:srgbClr val="000000"/>
                </a:solidFill>
                <a:ea typeface="+mn-lt"/>
                <a:cs typeface="+mn-lt"/>
              </a:rPr>
              <a:t> serios </a:t>
            </a:r>
            <a:r>
              <a:rPr lang="en-US" err="1">
                <a:solidFill>
                  <a:srgbClr val="000000"/>
                </a:solidFill>
                <a:ea typeface="+mn-lt"/>
                <a:cs typeface="+mn-lt"/>
              </a:rPr>
              <a:t>como</a:t>
            </a:r>
            <a:r>
              <a:rPr lang="en-US">
                <a:solidFill>
                  <a:srgbClr val="000000"/>
                </a:solidFill>
                <a:ea typeface="+mn-lt"/>
                <a:cs typeface="+mn-lt"/>
              </a:rPr>
              <a:t> </a:t>
            </a:r>
            <a:r>
              <a:rPr lang="en-US" err="1">
                <a:solidFill>
                  <a:srgbClr val="000000"/>
                </a:solidFill>
                <a:ea typeface="+mn-lt"/>
                <a:cs typeface="+mn-lt"/>
              </a:rPr>
              <a:t>una</a:t>
            </a:r>
            <a:r>
              <a:rPr lang="en-US">
                <a:solidFill>
                  <a:srgbClr val="000000"/>
                </a:solidFill>
                <a:ea typeface="+mn-lt"/>
                <a:cs typeface="+mn-lt"/>
              </a:rPr>
              <a:t> </a:t>
            </a:r>
            <a:r>
              <a:rPr lang="en-US" err="1">
                <a:solidFill>
                  <a:srgbClr val="000000"/>
                </a:solidFill>
                <a:ea typeface="+mn-lt"/>
                <a:cs typeface="+mn-lt"/>
              </a:rPr>
              <a:t>herramienta</a:t>
            </a:r>
            <a:r>
              <a:rPr lang="en-US">
                <a:solidFill>
                  <a:srgbClr val="000000"/>
                </a:solidFill>
                <a:ea typeface="+mn-lt"/>
                <a:cs typeface="+mn-lt"/>
              </a:rPr>
              <a:t> </a:t>
            </a:r>
            <a:r>
              <a:rPr lang="en-US" err="1">
                <a:solidFill>
                  <a:srgbClr val="000000"/>
                </a:solidFill>
                <a:ea typeface="+mn-lt"/>
                <a:cs typeface="+mn-lt"/>
              </a:rPr>
              <a:t>interactiva</a:t>
            </a:r>
            <a:r>
              <a:rPr lang="en-US">
                <a:solidFill>
                  <a:srgbClr val="000000"/>
                </a:solidFill>
                <a:ea typeface="+mn-lt"/>
                <a:cs typeface="+mn-lt"/>
              </a:rPr>
              <a:t>...” .</a:t>
            </a:r>
            <a:endParaRPr lang="en-US"/>
          </a:p>
          <a:p>
            <a:pPr marL="285750" indent="-285750">
              <a:buFont typeface="Arial"/>
              <a:buChar char="•"/>
            </a:pPr>
            <a:r>
              <a:rPr lang="en-US">
                <a:solidFill>
                  <a:srgbClr val="000000"/>
                </a:solidFill>
                <a:ea typeface="+mn-lt"/>
                <a:cs typeface="+mn-lt"/>
              </a:rPr>
              <a:t>[3] K. G. Do Nascimento, “Effectiveness of the serious game for learning in nursing...” .</a:t>
            </a:r>
            <a:endParaRPr lang="en-US"/>
          </a:p>
          <a:p>
            <a:pPr marL="285750" indent="-285750">
              <a:buFont typeface="Arial"/>
              <a:buChar char="•"/>
            </a:pPr>
            <a:r>
              <a:rPr lang="en-US">
                <a:solidFill>
                  <a:srgbClr val="000000"/>
                </a:solidFill>
                <a:ea typeface="+mn-lt"/>
                <a:cs typeface="+mn-lt"/>
              </a:rPr>
              <a:t>[4] N. Z. </a:t>
            </a:r>
            <a:r>
              <a:rPr lang="en-US" err="1">
                <a:solidFill>
                  <a:srgbClr val="000000"/>
                </a:solidFill>
                <a:ea typeface="+mn-lt"/>
                <a:cs typeface="+mn-lt"/>
              </a:rPr>
              <a:t>Legaki</a:t>
            </a:r>
            <a:r>
              <a:rPr lang="en-US">
                <a:solidFill>
                  <a:srgbClr val="000000"/>
                </a:solidFill>
                <a:ea typeface="+mn-lt"/>
                <a:cs typeface="+mn-lt"/>
              </a:rPr>
              <a:t>, “The effect of challenge-based gamification on learning...” .</a:t>
            </a:r>
            <a:endParaRPr lang="en-US"/>
          </a:p>
          <a:p>
            <a:pPr marL="285750" indent="-285750">
              <a:buFont typeface="Arial"/>
              <a:buChar char="•"/>
            </a:pPr>
            <a:r>
              <a:rPr lang="en-US">
                <a:solidFill>
                  <a:srgbClr val="000000"/>
                </a:solidFill>
                <a:ea typeface="+mn-lt"/>
                <a:cs typeface="+mn-lt"/>
              </a:rPr>
              <a:t>[5] </a:t>
            </a:r>
            <a:r>
              <a:rPr lang="en-US" sz="1800">
                <a:solidFill>
                  <a:srgbClr val="000000"/>
                </a:solidFill>
                <a:effectLst/>
                <a:ea typeface="+mn-lt"/>
                <a:cs typeface="+mn-lt"/>
              </a:rPr>
              <a:t>A. B. </a:t>
            </a:r>
            <a:r>
              <a:rPr lang="en-US" sz="1800" err="1">
                <a:solidFill>
                  <a:srgbClr val="000000"/>
                </a:solidFill>
                <a:effectLst/>
                <a:ea typeface="+mn-lt"/>
                <a:cs typeface="+mn-lt"/>
              </a:rPr>
              <a:t>Mtaho</a:t>
            </a:r>
            <a:r>
              <a:rPr lang="en-US" sz="1800">
                <a:solidFill>
                  <a:srgbClr val="000000"/>
                </a:solidFill>
                <a:effectLst/>
                <a:ea typeface="+mn-lt"/>
                <a:cs typeface="+mn-lt"/>
              </a:rPr>
              <a:t>, “Effects of using problem-solving guide</a:t>
            </a:r>
            <a:r>
              <a:rPr lang="en-US">
                <a:solidFill>
                  <a:srgbClr val="000000"/>
                </a:solidFill>
                <a:ea typeface="+mn-lt"/>
                <a:cs typeface="+mn-lt"/>
              </a:rPr>
              <a:t>...” </a:t>
            </a:r>
            <a:r>
              <a:rPr lang="en-US" sz="1800">
                <a:solidFill>
                  <a:srgbClr val="000000"/>
                </a:solidFill>
                <a:effectLst/>
                <a:ea typeface="+mn-lt"/>
                <a:cs typeface="+mn-lt"/>
              </a:rPr>
              <a:t>.</a:t>
            </a:r>
            <a:endParaRPr lang="en-US">
              <a:ea typeface="+mn-lt"/>
              <a:cs typeface="+mn-lt"/>
            </a:endParaRPr>
          </a:p>
          <a:p>
            <a:pPr marL="285750" indent="-285750">
              <a:buFont typeface="Arial"/>
              <a:buChar char="•"/>
            </a:pPr>
            <a:r>
              <a:rPr lang="en-US" sz="1800">
                <a:solidFill>
                  <a:srgbClr val="000000"/>
                </a:solidFill>
                <a:effectLst/>
                <a:ea typeface="+mn-lt"/>
                <a:cs typeface="+mn-lt"/>
              </a:rPr>
              <a:t>[</a:t>
            </a:r>
            <a:r>
              <a:rPr lang="en-US">
                <a:solidFill>
                  <a:srgbClr val="000000"/>
                </a:solidFill>
                <a:ea typeface="+mn-lt"/>
                <a:cs typeface="+mn-lt"/>
              </a:rPr>
              <a:t>6</a:t>
            </a:r>
            <a:r>
              <a:rPr lang="en-US" sz="1800">
                <a:solidFill>
                  <a:srgbClr val="000000"/>
                </a:solidFill>
                <a:effectLst/>
                <a:ea typeface="+mn-lt"/>
                <a:cs typeface="+mn-lt"/>
              </a:rPr>
              <a:t>]</a:t>
            </a:r>
            <a:r>
              <a:rPr lang="en-US">
                <a:solidFill>
                  <a:srgbClr val="000000"/>
                </a:solidFill>
                <a:ea typeface="+mn-lt"/>
                <a:cs typeface="+mn-lt"/>
              </a:rPr>
              <a:t> </a:t>
            </a:r>
            <a:r>
              <a:rPr lang="en-US" sz="1800">
                <a:solidFill>
                  <a:srgbClr val="000000"/>
                </a:solidFill>
                <a:effectLst/>
                <a:ea typeface="+mn-lt"/>
                <a:cs typeface="+mn-lt"/>
              </a:rPr>
              <a:t>L. Végh, “Models of Data Structures in Educational Visualizations</a:t>
            </a:r>
            <a:r>
              <a:rPr lang="en-US">
                <a:solidFill>
                  <a:srgbClr val="000000"/>
                </a:solidFill>
                <a:ea typeface="+mn-lt"/>
                <a:cs typeface="+mn-lt"/>
              </a:rPr>
              <a:t>...” </a:t>
            </a:r>
            <a:r>
              <a:rPr lang="en-US" sz="1800">
                <a:solidFill>
                  <a:srgbClr val="000000"/>
                </a:solidFill>
                <a:effectLst/>
                <a:ea typeface="+mn-lt"/>
                <a:cs typeface="+mn-lt"/>
              </a:rPr>
              <a:t>.</a:t>
            </a:r>
            <a:endParaRPr lang="en-US">
              <a:ea typeface="+mn-lt"/>
              <a:cs typeface="+mn-lt"/>
            </a:endParaRPr>
          </a:p>
          <a:p>
            <a:pPr indent="-406400">
              <a:lnSpc>
                <a:spcPct val="107000"/>
              </a:lnSpc>
              <a:spcAft>
                <a:spcPts val="800"/>
              </a:spcAft>
            </a:pPr>
            <a:endParaRPr lang="en-US">
              <a:effectLst/>
              <a:latin typeface="Arial"/>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199093208"/>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DCF1993-C6DB-4F9F-F5AE-539F46EBAE08}"/>
              </a:ext>
            </a:extLst>
          </p:cNvPr>
          <p:cNvSpPr>
            <a:spLocks noGrp="1"/>
          </p:cNvSpPr>
          <p:nvPr>
            <p:ph type="ftr" sz="quarter" idx="11"/>
          </p:nvPr>
        </p:nvSpPr>
        <p:spPr/>
        <p:txBody>
          <a:bodyPr/>
          <a:lstStyle/>
          <a:p>
            <a:r>
              <a:rPr lang="en-US"/>
              <a:t>Autor: APELLIDO NOMBRE</a:t>
            </a:r>
          </a:p>
        </p:txBody>
      </p:sp>
      <p:sp>
        <p:nvSpPr>
          <p:cNvPr id="5" name="Slide Number Placeholder 4">
            <a:extLst>
              <a:ext uri="{FF2B5EF4-FFF2-40B4-BE49-F238E27FC236}">
                <a16:creationId xmlns:a16="http://schemas.microsoft.com/office/drawing/2014/main" id="{9DC0BD9D-FE40-DA45-3AF6-FF0E890F4400}"/>
              </a:ext>
            </a:extLst>
          </p:cNvPr>
          <p:cNvSpPr>
            <a:spLocks noGrp="1"/>
          </p:cNvSpPr>
          <p:nvPr>
            <p:ph type="sldNum" sz="quarter" idx="12"/>
          </p:nvPr>
        </p:nvSpPr>
        <p:spPr/>
        <p:txBody>
          <a:bodyPr/>
          <a:lstStyle/>
          <a:p>
            <a:fld id="{9BF1773D-C84C-42E8-82E9-23B2760B8EC4}" type="slidenum">
              <a:rPr lang="en-US" smtClean="0"/>
              <a:pPr/>
              <a:t>11</a:t>
            </a:fld>
            <a:endParaRPr lang="en-US"/>
          </a:p>
          <a:p>
            <a:r>
              <a:rPr lang="en-US"/>
              <a:t> / 10</a:t>
            </a:r>
          </a:p>
        </p:txBody>
      </p:sp>
      <p:sp>
        <p:nvSpPr>
          <p:cNvPr id="4" name="TextBox 3">
            <a:extLst>
              <a:ext uri="{FF2B5EF4-FFF2-40B4-BE49-F238E27FC236}">
                <a16:creationId xmlns:a16="http://schemas.microsoft.com/office/drawing/2014/main" id="{42B9C273-F58C-5B15-81D7-7814BD654AB7}"/>
              </a:ext>
            </a:extLst>
          </p:cNvPr>
          <p:cNvSpPr txBox="1"/>
          <p:nvPr/>
        </p:nvSpPr>
        <p:spPr>
          <a:xfrm>
            <a:off x="1421294" y="2090172"/>
            <a:ext cx="8587409" cy="2800767"/>
          </a:xfrm>
          <a:prstGeom prst="rect">
            <a:avLst/>
          </a:prstGeom>
          <a:noFill/>
        </p:spPr>
        <p:txBody>
          <a:bodyPr wrap="square" rtlCol="0">
            <a:spAutoFit/>
          </a:bodyPr>
          <a:lstStyle/>
          <a:p>
            <a:pPr algn="ctr"/>
            <a:r>
              <a:rPr lang="es-EC" sz="6600" b="1"/>
              <a:t>Gracias</a:t>
            </a:r>
          </a:p>
          <a:p>
            <a:pPr algn="ctr"/>
            <a:endParaRPr lang="es-EC" sz="6600" b="1"/>
          </a:p>
          <a:p>
            <a:pPr algn="ctr"/>
            <a:r>
              <a:rPr lang="es-EC" sz="4400" b="1"/>
              <a:t>moises.arequipa@epn.edu.ec</a:t>
            </a:r>
          </a:p>
        </p:txBody>
      </p:sp>
    </p:spTree>
    <p:extLst>
      <p:ext uri="{BB962C8B-B14F-4D97-AF65-F5344CB8AC3E}">
        <p14:creationId xmlns:p14="http://schemas.microsoft.com/office/powerpoint/2010/main" val="3225376151"/>
      </p:ext>
    </p:extLst>
  </p:cSld>
  <p:clrMapOvr>
    <a:overrideClrMapping bg1="lt1" tx1="dk1" bg2="lt2" tx2="dk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Custom 2">
      <a:dk1>
        <a:sysClr val="windowText" lastClr="000000"/>
      </a:dk1>
      <a:lt1>
        <a:sysClr val="window" lastClr="FFFFFF"/>
      </a:lt1>
      <a:dk2>
        <a:srgbClr val="106498"/>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Custom 2">
    <a:dk1>
      <a:sysClr val="windowText" lastClr="000000"/>
    </a:dk1>
    <a:lt1>
      <a:sysClr val="window" lastClr="FFFFFF"/>
    </a:lt1>
    <a:dk2>
      <a:srgbClr val="106498"/>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themeOverride>
</file>

<file path=ppt/theme/themeOverride2.xml><?xml version="1.0" encoding="utf-8"?>
<a:themeOverride xmlns:a="http://schemas.openxmlformats.org/drawingml/2006/main">
  <a:clrScheme name="Custom 2">
    <a:dk1>
      <a:sysClr val="windowText" lastClr="000000"/>
    </a:dk1>
    <a:lt1>
      <a:sysClr val="window" lastClr="FFFFFF"/>
    </a:lt1>
    <a:dk2>
      <a:srgbClr val="106498"/>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themeOverride>
</file>

<file path=ppt/theme/themeOverride3.xml><?xml version="1.0" encoding="utf-8"?>
<a:themeOverride xmlns:a="http://schemas.openxmlformats.org/drawingml/2006/main">
  <a:clrScheme name="Custom 2">
    <a:dk1>
      <a:sysClr val="windowText" lastClr="000000"/>
    </a:dk1>
    <a:lt1>
      <a:sysClr val="window" lastClr="FFFFFF"/>
    </a:lt1>
    <a:dk2>
      <a:srgbClr val="106498"/>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themeOverride>
</file>

<file path=ppt/theme/themeOverride4.xml><?xml version="1.0" encoding="utf-8"?>
<a:themeOverride xmlns:a="http://schemas.openxmlformats.org/drawingml/2006/main">
  <a:clrScheme name="Custom 2">
    <a:dk1>
      <a:sysClr val="windowText" lastClr="000000"/>
    </a:dk1>
    <a:lt1>
      <a:sysClr val="window" lastClr="FFFFFF"/>
    </a:lt1>
    <a:dk2>
      <a:srgbClr val="106498"/>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themeOverride>
</file>

<file path=ppt/theme/themeOverride5.xml><?xml version="1.0" encoding="utf-8"?>
<a:themeOverride xmlns:a="http://schemas.openxmlformats.org/drawingml/2006/main">
  <a:clrScheme name="Custom 2">
    <a:dk1>
      <a:sysClr val="windowText" lastClr="000000"/>
    </a:dk1>
    <a:lt1>
      <a:sysClr val="window" lastClr="FFFFFF"/>
    </a:lt1>
    <a:dk2>
      <a:srgbClr val="106498"/>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themeOverride>
</file>

<file path=ppt/theme/themeOverride6.xml><?xml version="1.0" encoding="utf-8"?>
<a:themeOverride xmlns:a="http://schemas.openxmlformats.org/drawingml/2006/main">
  <a:clrScheme name="Custom 2">
    <a:dk1>
      <a:sysClr val="windowText" lastClr="000000"/>
    </a:dk1>
    <a:lt1>
      <a:sysClr val="window" lastClr="FFFFFF"/>
    </a:lt1>
    <a:dk2>
      <a:srgbClr val="106498"/>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themeOverride>
</file>

<file path=ppt/theme/themeOverride7.xml><?xml version="1.0" encoding="utf-8"?>
<a:themeOverride xmlns:a="http://schemas.openxmlformats.org/drawingml/2006/main">
  <a:clrScheme name="Custom 2">
    <a:dk1>
      <a:sysClr val="windowText" lastClr="000000"/>
    </a:dk1>
    <a:lt1>
      <a:sysClr val="window" lastClr="FFFFFF"/>
    </a:lt1>
    <a:dk2>
      <a:srgbClr val="106498"/>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themeOverride>
</file>

<file path=ppt/theme/themeOverride8.xml><?xml version="1.0" encoding="utf-8"?>
<a:themeOverride xmlns:a="http://schemas.openxmlformats.org/drawingml/2006/main">
  <a:clrScheme name="Custom 2">
    <a:dk1>
      <a:sysClr val="windowText" lastClr="000000"/>
    </a:dk1>
    <a:lt1>
      <a:sysClr val="window" lastClr="FFFFFF"/>
    </a:lt1>
    <a:dk2>
      <a:srgbClr val="106498"/>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themeOverride>
</file>

<file path=ppt/theme/themeOverride9.xml><?xml version="1.0" encoding="utf-8"?>
<a:themeOverride xmlns:a="http://schemas.openxmlformats.org/drawingml/2006/main">
  <a:clrScheme name="Custom 2">
    <a:dk1>
      <a:sysClr val="windowText" lastClr="000000"/>
    </a:dk1>
    <a:lt1>
      <a:sysClr val="window" lastClr="FFFFFF"/>
    </a:lt1>
    <a:dk2>
      <a:srgbClr val="106498"/>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36FD436CB14A3848AE7557D12AF2E09C" ma:contentTypeVersion="13" ma:contentTypeDescription="Crear nuevo documento." ma:contentTypeScope="" ma:versionID="59db1dbca218ec7ebb0482cf229c6bdb">
  <xsd:schema xmlns:xsd="http://www.w3.org/2001/XMLSchema" xmlns:xs="http://www.w3.org/2001/XMLSchema" xmlns:p="http://schemas.microsoft.com/office/2006/metadata/properties" xmlns:ns3="8aced58e-3616-4e2c-b86f-287adbaf40b2" xmlns:ns4="676362cc-b7d6-496a-89c9-3541de701e27" targetNamespace="http://schemas.microsoft.com/office/2006/metadata/properties" ma:root="true" ma:fieldsID="ff28b4f4f3db79793b844fe009cea452" ns3:_="" ns4:_="">
    <xsd:import namespace="8aced58e-3616-4e2c-b86f-287adbaf40b2"/>
    <xsd:import namespace="676362cc-b7d6-496a-89c9-3541de701e27"/>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SearchProperties" minOccurs="0"/>
                <xsd:element ref="ns3:_activity" minOccurs="0"/>
                <xsd:element ref="ns4:SharedWithUsers" minOccurs="0"/>
                <xsd:element ref="ns4:SharedWithDetails" minOccurs="0"/>
                <xsd:element ref="ns4:SharingHintHash" minOccurs="0"/>
                <xsd:element ref="ns3:MediaServiceObjectDetectorVersions" minOccurs="0"/>
                <xsd:element ref="ns3:MediaServiceSystemTags"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aced58e-3616-4e2c-b86f-287adbaf40b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_activity" ma:index="13" nillable="true" ma:displayName="_activity" ma:hidden="true" ma:internalName="_activity">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SystemTags" ma:index="18" nillable="true" ma:displayName="MediaServiceSystemTags" ma:hidden="true" ma:internalName="MediaServiceSystemTags" ma:readOnly="true">
      <xsd:simpleType>
        <xsd:restriction base="dms:Note"/>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76362cc-b7d6-496a-89c9-3541de701e27" elementFormDefault="qualified">
    <xsd:import namespace="http://schemas.microsoft.com/office/2006/documentManagement/types"/>
    <xsd:import namespace="http://schemas.microsoft.com/office/infopath/2007/PartnerControls"/>
    <xsd:element name="SharedWithUsers" ma:index="14"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Detalles de uso compartido" ma:internalName="SharedWithDetails" ma:readOnly="true">
      <xsd:simpleType>
        <xsd:restriction base="dms:Note">
          <xsd:maxLength value="255"/>
        </xsd:restriction>
      </xsd:simpleType>
    </xsd:element>
    <xsd:element name="SharingHintHash" ma:index="16" nillable="true" ma:displayName="Hash de la sugerencia para compartir"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8aced58e-3616-4e2c-b86f-287adbaf40b2"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E783839-BCD2-4022-8EBE-B43215944F8E}">
  <ds:schemaRefs>
    <ds:schemaRef ds:uri="676362cc-b7d6-496a-89c9-3541de701e27"/>
    <ds:schemaRef ds:uri="8aced58e-3616-4e2c-b86f-287adbaf40b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5AD3775-E1AE-4795-857C-71E47668D444}">
  <ds:schemaRefs>
    <ds:schemaRef ds:uri="676362cc-b7d6-496a-89c9-3541de701e27"/>
    <ds:schemaRef ds:uri="8aced58e-3616-4e2c-b86f-287adbaf40b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12CE6B2F-243E-42EE-A160-99B8AD524D1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Panorámica</PresentationFormat>
  <Slides>11</Slides>
  <Notes>0</Notes>
  <HiddenSlides>0</HiddenSlides>
  <ScaleCrop>false</ScaleCrop>
  <HeadingPairs>
    <vt:vector size="4" baseType="variant">
      <vt:variant>
        <vt:lpstr>Tema</vt:lpstr>
      </vt:variant>
      <vt:variant>
        <vt:i4>1</vt:i4>
      </vt:variant>
      <vt:variant>
        <vt:lpstr>Títulos de diapositiva</vt:lpstr>
      </vt:variant>
      <vt:variant>
        <vt:i4>11</vt:i4>
      </vt:variant>
    </vt:vector>
  </HeadingPairs>
  <TitlesOfParts>
    <vt:vector size="12" baseType="lpstr">
      <vt:lpstr>Ion</vt:lpstr>
      <vt:lpstr>Creación de un juego serio para el aprendizaje de grafos dirigidos y no dirigidos .</vt:lpstr>
      <vt:lpstr>CONTENIDO </vt:lpstr>
      <vt:lpstr>PROBLEMA</vt:lpstr>
      <vt:lpstr>OBJETIVOS</vt:lpstr>
      <vt:lpstr>PROPUESTA</vt:lpstr>
      <vt:lpstr>IPLUS</vt:lpstr>
      <vt:lpstr>IPLUS</vt:lpstr>
      <vt:lpstr>PROTOTIPO</vt:lpstr>
      <vt:lpstr>CONCLUSIONES</vt:lpstr>
      <vt:lpstr>REFERENCIAS</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Tema- Título presentación</dc:title>
  <dc:creator>JUAN SEBASTIAN BENAVIDES CARDENAS</dc:creator>
  <cp:revision>4</cp:revision>
  <dcterms:created xsi:type="dcterms:W3CDTF">2024-02-24T15:58:37Z</dcterms:created>
  <dcterms:modified xsi:type="dcterms:W3CDTF">2026-03-06T03:18:12Z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0x01010036FD436CB14A3848AE7557D12AF2E09C</vt:lpwstr>
  </property>
</Properties>
</file>